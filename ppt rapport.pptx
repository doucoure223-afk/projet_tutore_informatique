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2"/>
  </p:notesMasterIdLst>
  <p:handoutMasterIdLst>
    <p:handoutMasterId r:id="rId33"/>
  </p:handoutMasterIdLst>
  <p:sldIdLst>
    <p:sldId id="257" r:id="rId2"/>
    <p:sldId id="258" r:id="rId3"/>
    <p:sldId id="259" r:id="rId4"/>
    <p:sldId id="294" r:id="rId5"/>
    <p:sldId id="295" r:id="rId6"/>
    <p:sldId id="297" r:id="rId7"/>
    <p:sldId id="299" r:id="rId8"/>
    <p:sldId id="300" r:id="rId9"/>
    <p:sldId id="302" r:id="rId10"/>
    <p:sldId id="304" r:id="rId11"/>
    <p:sldId id="305" r:id="rId12"/>
    <p:sldId id="306" r:id="rId13"/>
    <p:sldId id="307" r:id="rId14"/>
    <p:sldId id="308" r:id="rId15"/>
    <p:sldId id="309" r:id="rId16"/>
    <p:sldId id="324" r:id="rId17"/>
    <p:sldId id="310" r:id="rId18"/>
    <p:sldId id="321" r:id="rId19"/>
    <p:sldId id="323" r:id="rId20"/>
    <p:sldId id="313" r:id="rId21"/>
    <p:sldId id="327" r:id="rId22"/>
    <p:sldId id="314" r:id="rId23"/>
    <p:sldId id="316" r:id="rId24"/>
    <p:sldId id="317" r:id="rId25"/>
    <p:sldId id="318" r:id="rId26"/>
    <p:sldId id="322" r:id="rId27"/>
    <p:sldId id="326" r:id="rId28"/>
    <p:sldId id="319" r:id="rId29"/>
    <p:sldId id="320" r:id="rId30"/>
    <p:sldId id="325" r:id="rId31"/>
  </p:sldIdLst>
  <p:sldSz cx="9144000" cy="6858000" type="screen4x3"/>
  <p:notesSz cx="6669088" cy="9928225"/>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1ABF41BE-D8E8-4B71-A799-19CD3C4EE788}">
          <p14:sldIdLst>
            <p14:sldId id="257"/>
            <p14:sldId id="258"/>
            <p14:sldId id="259"/>
            <p14:sldId id="294"/>
            <p14:sldId id="295"/>
            <p14:sldId id="297"/>
            <p14:sldId id="299"/>
            <p14:sldId id="300"/>
            <p14:sldId id="302"/>
            <p14:sldId id="304"/>
            <p14:sldId id="305"/>
            <p14:sldId id="306"/>
            <p14:sldId id="307"/>
            <p14:sldId id="308"/>
            <p14:sldId id="309"/>
            <p14:sldId id="324"/>
            <p14:sldId id="310"/>
            <p14:sldId id="321"/>
            <p14:sldId id="323"/>
            <p14:sldId id="313"/>
            <p14:sldId id="327"/>
            <p14:sldId id="314"/>
            <p14:sldId id="316"/>
            <p14:sldId id="317"/>
            <p14:sldId id="318"/>
            <p14:sldId id="322"/>
            <p14:sldId id="326"/>
            <p14:sldId id="319"/>
            <p14:sldId id="320"/>
            <p14:sldId id="325"/>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4639" autoAdjust="0"/>
  </p:normalViewPr>
  <p:slideViewPr>
    <p:cSldViewPr>
      <p:cViewPr varScale="1">
        <p:scale>
          <a:sx n="101" d="100"/>
          <a:sy n="101" d="100"/>
        </p:scale>
        <p:origin x="1974" y="10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ucoure Sékou" userId="dbdfe042b34fbcd3" providerId="LiveId" clId="{DBE2FB79-7E0D-4C27-94C7-E5149F4E0993}"/>
    <pc:docChg chg="undo redo custSel addSld delSld modSld sldOrd modMainMaster addSection delSection modSection modNotesMaster">
      <pc:chgData name="Doucoure Sékou" userId="dbdfe042b34fbcd3" providerId="LiveId" clId="{DBE2FB79-7E0D-4C27-94C7-E5149F4E0993}" dt="2026-03-17T11:34:39.663" v="7478" actId="113"/>
      <pc:docMkLst>
        <pc:docMk/>
      </pc:docMkLst>
      <pc:sldChg chg="addSp delSp modSp mod modTransition modNotes">
        <pc:chgData name="Doucoure Sékou" userId="dbdfe042b34fbcd3" providerId="LiveId" clId="{DBE2FB79-7E0D-4C27-94C7-E5149F4E0993}" dt="2026-03-16T19:39:15.037" v="7361"/>
        <pc:sldMkLst>
          <pc:docMk/>
          <pc:sldMk cId="2561749754" sldId="257"/>
        </pc:sldMkLst>
        <pc:spChg chg="mod">
          <ac:chgData name="Doucoure Sékou" userId="dbdfe042b34fbcd3" providerId="LiveId" clId="{DBE2FB79-7E0D-4C27-94C7-E5149F4E0993}" dt="2026-03-16T19:39:15.037" v="7361"/>
          <ac:spMkLst>
            <pc:docMk/>
            <pc:sldMk cId="2561749754" sldId="257"/>
            <ac:spMk id="2" creationId="{8CE7A280-BD06-958F-8AB8-FCB7E8476D28}"/>
          </ac:spMkLst>
        </pc:spChg>
        <pc:spChg chg="mod">
          <ac:chgData name="Doucoure Sékou" userId="dbdfe042b34fbcd3" providerId="LiveId" clId="{DBE2FB79-7E0D-4C27-94C7-E5149F4E0993}" dt="2026-03-16T19:39:15.037" v="7361"/>
          <ac:spMkLst>
            <pc:docMk/>
            <pc:sldMk cId="2561749754" sldId="257"/>
            <ac:spMk id="3" creationId="{19D2736E-2433-78C5-0BF6-10BC39034B67}"/>
          </ac:spMkLst>
        </pc:spChg>
        <pc:spChg chg="mod">
          <ac:chgData name="Doucoure Sékou" userId="dbdfe042b34fbcd3" providerId="LiveId" clId="{DBE2FB79-7E0D-4C27-94C7-E5149F4E0993}" dt="2026-03-16T19:39:15.037" v="7361"/>
          <ac:spMkLst>
            <pc:docMk/>
            <pc:sldMk cId="2561749754" sldId="257"/>
            <ac:spMk id="8" creationId="{1C645022-F6D8-19CB-7F42-63E8F9ABEE8B}"/>
          </ac:spMkLst>
        </pc:spChg>
        <pc:spChg chg="mod">
          <ac:chgData name="Doucoure Sékou" userId="dbdfe042b34fbcd3" providerId="LiveId" clId="{DBE2FB79-7E0D-4C27-94C7-E5149F4E0993}" dt="2026-03-16T19:39:15.037" v="7361"/>
          <ac:spMkLst>
            <pc:docMk/>
            <pc:sldMk cId="2561749754" sldId="257"/>
            <ac:spMk id="9" creationId="{F4CF4CD1-04E4-E3C9-CFCA-80A72F82F7A9}"/>
          </ac:spMkLst>
        </pc:spChg>
        <pc:spChg chg="mod">
          <ac:chgData name="Doucoure Sékou" userId="dbdfe042b34fbcd3" providerId="LiveId" clId="{DBE2FB79-7E0D-4C27-94C7-E5149F4E0993}" dt="2026-03-16T19:39:15.037" v="7361"/>
          <ac:spMkLst>
            <pc:docMk/>
            <pc:sldMk cId="2561749754" sldId="257"/>
            <ac:spMk id="20" creationId="{00000000-0000-0000-0000-000000000000}"/>
          </ac:spMkLst>
        </pc:spChg>
        <pc:spChg chg="mod">
          <ac:chgData name="Doucoure Sékou" userId="dbdfe042b34fbcd3" providerId="LiveId" clId="{DBE2FB79-7E0D-4C27-94C7-E5149F4E0993}" dt="2026-03-16T19:39:15.037" v="7361"/>
          <ac:spMkLst>
            <pc:docMk/>
            <pc:sldMk cId="2561749754" sldId="257"/>
            <ac:spMk id="22" creationId="{00000000-0000-0000-0000-000000000000}"/>
          </ac:spMkLst>
        </pc:spChg>
        <pc:spChg chg="mod">
          <ac:chgData name="Doucoure Sékou" userId="dbdfe042b34fbcd3" providerId="LiveId" clId="{DBE2FB79-7E0D-4C27-94C7-E5149F4E0993}" dt="2026-03-16T19:39:15.037" v="7361"/>
          <ac:spMkLst>
            <pc:docMk/>
            <pc:sldMk cId="2561749754" sldId="257"/>
            <ac:spMk id="24" creationId="{00000000-0000-0000-0000-000000000000}"/>
          </ac:spMkLst>
        </pc:spChg>
        <pc:spChg chg="mod">
          <ac:chgData name="Doucoure Sékou" userId="dbdfe042b34fbcd3" providerId="LiveId" clId="{DBE2FB79-7E0D-4C27-94C7-E5149F4E0993}" dt="2026-03-16T19:39:15.037" v="7361"/>
          <ac:spMkLst>
            <pc:docMk/>
            <pc:sldMk cId="2561749754" sldId="257"/>
            <ac:spMk id="31" creationId="{00000000-0000-0000-0000-000000000000}"/>
          </ac:spMkLst>
        </pc:spChg>
        <pc:spChg chg="mod">
          <ac:chgData name="Doucoure Sékou" userId="dbdfe042b34fbcd3" providerId="LiveId" clId="{DBE2FB79-7E0D-4C27-94C7-E5149F4E0993}" dt="2026-03-16T19:39:15.037" v="7361"/>
          <ac:spMkLst>
            <pc:docMk/>
            <pc:sldMk cId="2561749754" sldId="257"/>
            <ac:spMk id="32" creationId="{00000000-0000-0000-0000-000000000000}"/>
          </ac:spMkLst>
        </pc:spChg>
        <pc:spChg chg="mod">
          <ac:chgData name="Doucoure Sékou" userId="dbdfe042b34fbcd3" providerId="LiveId" clId="{DBE2FB79-7E0D-4C27-94C7-E5149F4E0993}" dt="2026-03-16T19:39:15.037" v="7361"/>
          <ac:spMkLst>
            <pc:docMk/>
            <pc:sldMk cId="2561749754" sldId="257"/>
            <ac:spMk id="33" creationId="{00000000-0000-0000-0000-000000000000}"/>
          </ac:spMkLst>
        </pc:spChg>
        <pc:spChg chg="mod">
          <ac:chgData name="Doucoure Sékou" userId="dbdfe042b34fbcd3" providerId="LiveId" clId="{DBE2FB79-7E0D-4C27-94C7-E5149F4E0993}" dt="2026-03-16T19:39:15.037" v="7361"/>
          <ac:spMkLst>
            <pc:docMk/>
            <pc:sldMk cId="2561749754" sldId="257"/>
            <ac:spMk id="34" creationId="{00000000-0000-0000-0000-000000000000}"/>
          </ac:spMkLst>
        </pc:spChg>
        <pc:spChg chg="mod">
          <ac:chgData name="Doucoure Sékou" userId="dbdfe042b34fbcd3" providerId="LiveId" clId="{DBE2FB79-7E0D-4C27-94C7-E5149F4E0993}" dt="2026-03-16T19:39:15.037" v="7361"/>
          <ac:spMkLst>
            <pc:docMk/>
            <pc:sldMk cId="2561749754" sldId="257"/>
            <ac:spMk id="35" creationId="{00000000-0000-0000-0000-000000000000}"/>
          </ac:spMkLst>
        </pc:spChg>
        <pc:spChg chg="mod">
          <ac:chgData name="Doucoure Sékou" userId="dbdfe042b34fbcd3" providerId="LiveId" clId="{DBE2FB79-7E0D-4C27-94C7-E5149F4E0993}" dt="2026-03-16T19:39:15.037" v="7361"/>
          <ac:spMkLst>
            <pc:docMk/>
            <pc:sldMk cId="2561749754" sldId="257"/>
            <ac:spMk id="36" creationId="{00000000-0000-0000-0000-000000000000}"/>
          </ac:spMkLst>
        </pc:spChg>
        <pc:spChg chg="mod">
          <ac:chgData name="Doucoure Sékou" userId="dbdfe042b34fbcd3" providerId="LiveId" clId="{DBE2FB79-7E0D-4C27-94C7-E5149F4E0993}" dt="2026-03-16T19:39:15.037" v="7361"/>
          <ac:spMkLst>
            <pc:docMk/>
            <pc:sldMk cId="2561749754" sldId="257"/>
            <ac:spMk id="43" creationId="{00000000-0000-0000-0000-000000000000}"/>
          </ac:spMkLst>
        </pc:spChg>
        <pc:spChg chg="mod">
          <ac:chgData name="Doucoure Sékou" userId="dbdfe042b34fbcd3" providerId="LiveId" clId="{DBE2FB79-7E0D-4C27-94C7-E5149F4E0993}" dt="2026-03-16T19:39:15.037" v="7361"/>
          <ac:spMkLst>
            <pc:docMk/>
            <pc:sldMk cId="2561749754" sldId="257"/>
            <ac:spMk id="44" creationId="{00000000-0000-0000-0000-000000000000}"/>
          </ac:spMkLst>
        </pc:spChg>
        <pc:picChg chg="mod">
          <ac:chgData name="Doucoure Sékou" userId="dbdfe042b34fbcd3" providerId="LiveId" clId="{DBE2FB79-7E0D-4C27-94C7-E5149F4E0993}" dt="2026-03-16T19:39:15.037" v="7361"/>
          <ac:picMkLst>
            <pc:docMk/>
            <pc:sldMk cId="2561749754" sldId="257"/>
            <ac:picMk id="7" creationId="{D2E275B3-E69F-9F04-F839-5C4936B11FE3}"/>
          </ac:picMkLst>
        </pc:picChg>
        <pc:picChg chg="mod">
          <ac:chgData name="Doucoure Sékou" userId="dbdfe042b34fbcd3" providerId="LiveId" clId="{DBE2FB79-7E0D-4C27-94C7-E5149F4E0993}" dt="2026-03-16T19:39:15.037" v="7361"/>
          <ac:picMkLst>
            <pc:docMk/>
            <pc:sldMk cId="2561749754" sldId="257"/>
            <ac:picMk id="1025" creationId="{EA0C919D-3F7B-7040-A16D-F4A485F2A3BC}"/>
          </ac:picMkLst>
        </pc:picChg>
        <pc:picChg chg="add mod">
          <ac:chgData name="Doucoure Sékou" userId="dbdfe042b34fbcd3" providerId="LiveId" clId="{DBE2FB79-7E0D-4C27-94C7-E5149F4E0993}" dt="2026-03-16T19:39:15.037" v="7361"/>
          <ac:picMkLst>
            <pc:docMk/>
            <pc:sldMk cId="2561749754" sldId="257"/>
            <ac:picMk id="1026" creationId="{ED56F403-AD58-D2E5-9266-8ABDBE381BA5}"/>
          </ac:picMkLst>
        </pc:picChg>
        <pc:picChg chg="del mod">
          <ac:chgData name="Doucoure Sékou" userId="dbdfe042b34fbcd3" providerId="LiveId" clId="{DBE2FB79-7E0D-4C27-94C7-E5149F4E0993}" dt="2026-03-14T16:34:06.282" v="5758" actId="478"/>
          <ac:picMkLst>
            <pc:docMk/>
            <pc:sldMk cId="2561749754" sldId="257"/>
            <ac:picMk id="1032" creationId="{D5A30D21-5735-45EB-3E18-6456F759D4F8}"/>
          </ac:picMkLst>
        </pc:picChg>
      </pc:sldChg>
      <pc:sldChg chg="addSp delSp modSp mod modTransition modAnim modNotes">
        <pc:chgData name="Doucoure Sékou" userId="dbdfe042b34fbcd3" providerId="LiveId" clId="{DBE2FB79-7E0D-4C27-94C7-E5149F4E0993}" dt="2026-03-16T19:39:15.037" v="7361"/>
        <pc:sldMkLst>
          <pc:docMk/>
          <pc:sldMk cId="1690166531" sldId="258"/>
        </pc:sldMkLst>
        <pc:spChg chg="add">
          <ac:chgData name="Doucoure Sékou" userId="dbdfe042b34fbcd3" providerId="LiveId" clId="{DBE2FB79-7E0D-4C27-94C7-E5149F4E0993}" dt="2026-03-09T16:49:38.258" v="8"/>
          <ac:spMkLst>
            <pc:docMk/>
            <pc:sldMk cId="1690166531" sldId="258"/>
            <ac:spMk id="2" creationId="{CCBDC43D-C27A-5E6A-FE12-1A0E4850BD50}"/>
          </ac:spMkLst>
        </pc:spChg>
        <pc:spChg chg="add mod">
          <ac:chgData name="Doucoure Sékou" userId="dbdfe042b34fbcd3" providerId="LiveId" clId="{DBE2FB79-7E0D-4C27-94C7-E5149F4E0993}" dt="2026-03-09T16:49:41.785" v="10"/>
          <ac:spMkLst>
            <pc:docMk/>
            <pc:sldMk cId="1690166531" sldId="258"/>
            <ac:spMk id="3" creationId="{4F3031CC-21AB-5EB0-0782-E4FD73CB9408}"/>
          </ac:spMkLst>
        </pc:spChg>
        <pc:spChg chg="add">
          <ac:chgData name="Doucoure Sékou" userId="dbdfe042b34fbcd3" providerId="LiveId" clId="{DBE2FB79-7E0D-4C27-94C7-E5149F4E0993}" dt="2026-03-09T16:50:02.569" v="11"/>
          <ac:spMkLst>
            <pc:docMk/>
            <pc:sldMk cId="1690166531" sldId="258"/>
            <ac:spMk id="4" creationId="{0BFAD37D-29EF-A883-B895-ED60B545A3DB}"/>
          </ac:spMkLst>
        </pc:spChg>
        <pc:spChg chg="add">
          <ac:chgData name="Doucoure Sékou" userId="dbdfe042b34fbcd3" providerId="LiveId" clId="{DBE2FB79-7E0D-4C27-94C7-E5149F4E0993}" dt="2026-03-09T16:54:50.547" v="87"/>
          <ac:spMkLst>
            <pc:docMk/>
            <pc:sldMk cId="1690166531" sldId="258"/>
            <ac:spMk id="5" creationId="{B9D1D390-20D9-58CF-21FF-90B8A3A5CC0F}"/>
          </ac:spMkLst>
        </pc:spChg>
        <pc:spChg chg="add">
          <ac:chgData name="Doucoure Sékou" userId="dbdfe042b34fbcd3" providerId="LiveId" clId="{DBE2FB79-7E0D-4C27-94C7-E5149F4E0993}" dt="2026-03-09T16:54:56.402" v="89"/>
          <ac:spMkLst>
            <pc:docMk/>
            <pc:sldMk cId="1690166531" sldId="258"/>
            <ac:spMk id="6" creationId="{A4CA1313-EFD5-A44C-1CC1-527707A7763B}"/>
          </ac:spMkLst>
        </pc:spChg>
        <pc:spChg chg="add">
          <ac:chgData name="Doucoure Sékou" userId="dbdfe042b34fbcd3" providerId="LiveId" clId="{DBE2FB79-7E0D-4C27-94C7-E5149F4E0993}" dt="2026-03-09T16:55:42.546" v="170"/>
          <ac:spMkLst>
            <pc:docMk/>
            <pc:sldMk cId="1690166531" sldId="258"/>
            <ac:spMk id="7" creationId="{C62ADAB0-B3C3-F964-E98C-E9962F2605FA}"/>
          </ac:spMkLst>
        </pc:spChg>
        <pc:spChg chg="add">
          <ac:chgData name="Doucoure Sékou" userId="dbdfe042b34fbcd3" providerId="LiveId" clId="{DBE2FB79-7E0D-4C27-94C7-E5149F4E0993}" dt="2026-03-09T17:01:49.995" v="306"/>
          <ac:spMkLst>
            <pc:docMk/>
            <pc:sldMk cId="1690166531" sldId="258"/>
            <ac:spMk id="8" creationId="{514D4B3F-23BC-F320-F2ED-208B7160A763}"/>
          </ac:spMkLst>
        </pc:spChg>
        <pc:spChg chg="add">
          <ac:chgData name="Doucoure Sékou" userId="dbdfe042b34fbcd3" providerId="LiveId" clId="{DBE2FB79-7E0D-4C27-94C7-E5149F4E0993}" dt="2026-03-09T17:03:12.524" v="418"/>
          <ac:spMkLst>
            <pc:docMk/>
            <pc:sldMk cId="1690166531" sldId="258"/>
            <ac:spMk id="9" creationId="{4C9443E4-49A4-920C-7CDF-03343F650AA4}"/>
          </ac:spMkLst>
        </pc:spChg>
        <pc:spChg chg="mod">
          <ac:chgData name="Doucoure Sékou" userId="dbdfe042b34fbcd3" providerId="LiveId" clId="{DBE2FB79-7E0D-4C27-94C7-E5149F4E0993}" dt="2026-03-16T19:39:15.037" v="7361"/>
          <ac:spMkLst>
            <pc:docMk/>
            <pc:sldMk cId="1690166531" sldId="258"/>
            <ac:spMk id="22" creationId="{00000000-0000-0000-0000-000000000000}"/>
          </ac:spMkLst>
        </pc:spChg>
        <pc:spChg chg="mod">
          <ac:chgData name="Doucoure Sékou" userId="dbdfe042b34fbcd3" providerId="LiveId" clId="{DBE2FB79-7E0D-4C27-94C7-E5149F4E0993}" dt="2026-03-16T19:39:15.037" v="7361"/>
          <ac:spMkLst>
            <pc:docMk/>
            <pc:sldMk cId="1690166531" sldId="258"/>
            <ac:spMk id="27" creationId="{00000000-0000-0000-0000-000000000000}"/>
          </ac:spMkLst>
        </pc:spChg>
        <pc:spChg chg="mod">
          <ac:chgData name="Doucoure Sékou" userId="dbdfe042b34fbcd3" providerId="LiveId" clId="{DBE2FB79-7E0D-4C27-94C7-E5149F4E0993}" dt="2026-03-16T19:39:15.037" v="7361"/>
          <ac:spMkLst>
            <pc:docMk/>
            <pc:sldMk cId="1690166531" sldId="258"/>
            <ac:spMk id="28" creationId="{00000000-0000-0000-0000-000000000000}"/>
          </ac:spMkLst>
        </pc:spChg>
        <pc:spChg chg="mod">
          <ac:chgData name="Doucoure Sékou" userId="dbdfe042b34fbcd3" providerId="LiveId" clId="{DBE2FB79-7E0D-4C27-94C7-E5149F4E0993}" dt="2026-03-16T19:39:15.037" v="7361"/>
          <ac:spMkLst>
            <pc:docMk/>
            <pc:sldMk cId="1690166531" sldId="258"/>
            <ac:spMk id="31" creationId="{00000000-0000-0000-0000-000000000000}"/>
          </ac:spMkLst>
        </pc:spChg>
        <pc:spChg chg="add del mod">
          <ac:chgData name="Doucoure Sékou" userId="dbdfe042b34fbcd3" providerId="LiveId" clId="{DBE2FB79-7E0D-4C27-94C7-E5149F4E0993}" dt="2026-03-16T19:39:15.037" v="7361"/>
          <ac:spMkLst>
            <pc:docMk/>
            <pc:sldMk cId="1690166531" sldId="258"/>
            <ac:spMk id="32" creationId="{00000000-0000-0000-0000-000000000000}"/>
          </ac:spMkLst>
        </pc:spChg>
        <pc:spChg chg="mod">
          <ac:chgData name="Doucoure Sékou" userId="dbdfe042b34fbcd3" providerId="LiveId" clId="{DBE2FB79-7E0D-4C27-94C7-E5149F4E0993}" dt="2026-03-16T19:39:15.037" v="7361"/>
          <ac:spMkLst>
            <pc:docMk/>
            <pc:sldMk cId="1690166531" sldId="258"/>
            <ac:spMk id="33" creationId="{00000000-0000-0000-0000-000000000000}"/>
          </ac:spMkLst>
        </pc:spChg>
        <pc:spChg chg="mod">
          <ac:chgData name="Doucoure Sékou" userId="dbdfe042b34fbcd3" providerId="LiveId" clId="{DBE2FB79-7E0D-4C27-94C7-E5149F4E0993}" dt="2026-03-16T19:39:15.037" v="7361"/>
          <ac:spMkLst>
            <pc:docMk/>
            <pc:sldMk cId="1690166531" sldId="258"/>
            <ac:spMk id="34" creationId="{00000000-0000-0000-0000-000000000000}"/>
          </ac:spMkLst>
        </pc:spChg>
        <pc:spChg chg="mod">
          <ac:chgData name="Doucoure Sékou" userId="dbdfe042b34fbcd3" providerId="LiveId" clId="{DBE2FB79-7E0D-4C27-94C7-E5149F4E0993}" dt="2026-03-16T19:39:15.037" v="7361"/>
          <ac:spMkLst>
            <pc:docMk/>
            <pc:sldMk cId="1690166531" sldId="258"/>
            <ac:spMk id="35" creationId="{00000000-0000-0000-0000-000000000000}"/>
          </ac:spMkLst>
        </pc:spChg>
        <pc:spChg chg="add del mod">
          <ac:chgData name="Doucoure Sékou" userId="dbdfe042b34fbcd3" providerId="LiveId" clId="{DBE2FB79-7E0D-4C27-94C7-E5149F4E0993}" dt="2026-03-16T19:39:15.037" v="7361"/>
          <ac:spMkLst>
            <pc:docMk/>
            <pc:sldMk cId="1690166531" sldId="258"/>
            <ac:spMk id="36" creationId="{00000000-0000-0000-0000-000000000000}"/>
          </ac:spMkLst>
        </pc:spChg>
        <pc:spChg chg="mod">
          <ac:chgData name="Doucoure Sékou" userId="dbdfe042b34fbcd3" providerId="LiveId" clId="{DBE2FB79-7E0D-4C27-94C7-E5149F4E0993}" dt="2026-03-16T19:39:15.037" v="7361"/>
          <ac:spMkLst>
            <pc:docMk/>
            <pc:sldMk cId="1690166531" sldId="258"/>
            <ac:spMk id="43" creationId="{00000000-0000-0000-0000-000000000000}"/>
          </ac:spMkLst>
        </pc:spChg>
        <pc:spChg chg="mod">
          <ac:chgData name="Doucoure Sékou" userId="dbdfe042b34fbcd3" providerId="LiveId" clId="{DBE2FB79-7E0D-4C27-94C7-E5149F4E0993}" dt="2026-03-16T19:39:15.037" v="7361"/>
          <ac:spMkLst>
            <pc:docMk/>
            <pc:sldMk cId="1690166531" sldId="258"/>
            <ac:spMk id="44" creationId="{00000000-0000-0000-0000-000000000000}"/>
          </ac:spMkLst>
        </pc:spChg>
        <pc:grpChg chg="add del">
          <ac:chgData name="Doucoure Sékou" userId="dbdfe042b34fbcd3" providerId="LiveId" clId="{DBE2FB79-7E0D-4C27-94C7-E5149F4E0993}" dt="2026-03-14T16:36:11.387" v="5786" actId="478"/>
          <ac:grpSpMkLst>
            <pc:docMk/>
            <pc:sldMk cId="1690166531" sldId="258"/>
            <ac:grpSpMk id="38" creationId="{00000000-0000-0000-0000-000000000000}"/>
          </ac:grpSpMkLst>
        </pc:grpChg>
        <pc:picChg chg="add mod">
          <ac:chgData name="Doucoure Sékou" userId="dbdfe042b34fbcd3" providerId="LiveId" clId="{DBE2FB79-7E0D-4C27-94C7-E5149F4E0993}" dt="2026-03-16T19:39:15.037" v="7361"/>
          <ac:picMkLst>
            <pc:docMk/>
            <pc:sldMk cId="1690166531" sldId="258"/>
            <ac:picMk id="2" creationId="{F01A677C-1052-C433-6867-35DC20D6C478}"/>
          </ac:picMkLst>
        </pc:picChg>
        <pc:picChg chg="del">
          <ac:chgData name="Doucoure Sékou" userId="dbdfe042b34fbcd3" providerId="LiveId" clId="{DBE2FB79-7E0D-4C27-94C7-E5149F4E0993}" dt="2026-03-12T11:02:26.290" v="4872" actId="478"/>
          <ac:picMkLst>
            <pc:docMk/>
            <pc:sldMk cId="1690166531" sldId="258"/>
            <ac:picMk id="25" creationId="{00000000-0000-0000-0000-000000000000}"/>
          </ac:picMkLst>
        </pc:picChg>
        <pc:picChg chg="add del">
          <ac:chgData name="Doucoure Sékou" userId="dbdfe042b34fbcd3" providerId="LiveId" clId="{DBE2FB79-7E0D-4C27-94C7-E5149F4E0993}" dt="2026-03-14T16:36:02.017" v="5784" actId="478"/>
          <ac:picMkLst>
            <pc:docMk/>
            <pc:sldMk cId="1690166531" sldId="258"/>
            <ac:picMk id="37" creationId="{00000000-0000-0000-0000-000000000000}"/>
          </ac:picMkLst>
        </pc:picChg>
      </pc:sldChg>
      <pc:sldChg chg="addSp delSp modSp mod modTransition modAnim modNotes">
        <pc:chgData name="Doucoure Sékou" userId="dbdfe042b34fbcd3" providerId="LiveId" clId="{DBE2FB79-7E0D-4C27-94C7-E5149F4E0993}" dt="2026-03-16T19:40:13.881" v="7369" actId="14100"/>
        <pc:sldMkLst>
          <pc:docMk/>
          <pc:sldMk cId="971178283" sldId="259"/>
        </pc:sldMkLst>
        <pc:spChg chg="add">
          <ac:chgData name="Doucoure Sékou" userId="dbdfe042b34fbcd3" providerId="LiveId" clId="{DBE2FB79-7E0D-4C27-94C7-E5149F4E0993}" dt="2026-03-09T17:24:16.112" v="952"/>
          <ac:spMkLst>
            <pc:docMk/>
            <pc:sldMk cId="971178283" sldId="259"/>
            <ac:spMk id="3" creationId="{35FBD6F4-AAC3-81B3-BA93-8330C9CF4E7C}"/>
          </ac:spMkLst>
        </pc:spChg>
        <pc:spChg chg="mod">
          <ac:chgData name="Doucoure Sékou" userId="dbdfe042b34fbcd3" providerId="LiveId" clId="{DBE2FB79-7E0D-4C27-94C7-E5149F4E0993}" dt="2026-03-16T19:39:15.037" v="7361"/>
          <ac:spMkLst>
            <pc:docMk/>
            <pc:sldMk cId="971178283" sldId="259"/>
            <ac:spMk id="20" creationId="{00000000-0000-0000-0000-000000000000}"/>
          </ac:spMkLst>
        </pc:spChg>
        <pc:spChg chg="mod">
          <ac:chgData name="Doucoure Sékou" userId="dbdfe042b34fbcd3" providerId="LiveId" clId="{DBE2FB79-7E0D-4C27-94C7-E5149F4E0993}" dt="2026-03-16T19:39:15.037" v="7361"/>
          <ac:spMkLst>
            <pc:docMk/>
            <pc:sldMk cId="971178283" sldId="259"/>
            <ac:spMk id="22" creationId="{00000000-0000-0000-0000-000000000000}"/>
          </ac:spMkLst>
        </pc:spChg>
        <pc:spChg chg="mod">
          <ac:chgData name="Doucoure Sékou" userId="dbdfe042b34fbcd3" providerId="LiveId" clId="{DBE2FB79-7E0D-4C27-94C7-E5149F4E0993}" dt="2026-03-16T19:39:15.037" v="7361"/>
          <ac:spMkLst>
            <pc:docMk/>
            <pc:sldMk cId="971178283" sldId="259"/>
            <ac:spMk id="26" creationId="{00000000-0000-0000-0000-000000000000}"/>
          </ac:spMkLst>
        </pc:spChg>
        <pc:spChg chg="mod">
          <ac:chgData name="Doucoure Sékou" userId="dbdfe042b34fbcd3" providerId="LiveId" clId="{DBE2FB79-7E0D-4C27-94C7-E5149F4E0993}" dt="2026-03-16T19:39:15.037" v="7361"/>
          <ac:spMkLst>
            <pc:docMk/>
            <pc:sldMk cId="971178283" sldId="259"/>
            <ac:spMk id="31" creationId="{00000000-0000-0000-0000-000000000000}"/>
          </ac:spMkLst>
        </pc:spChg>
        <pc:spChg chg="mod">
          <ac:chgData name="Doucoure Sékou" userId="dbdfe042b34fbcd3" providerId="LiveId" clId="{DBE2FB79-7E0D-4C27-94C7-E5149F4E0993}" dt="2026-03-16T19:39:15.037" v="7361"/>
          <ac:spMkLst>
            <pc:docMk/>
            <pc:sldMk cId="971178283" sldId="259"/>
            <ac:spMk id="32" creationId="{00000000-0000-0000-0000-000000000000}"/>
          </ac:spMkLst>
        </pc:spChg>
        <pc:spChg chg="mod">
          <ac:chgData name="Doucoure Sékou" userId="dbdfe042b34fbcd3" providerId="LiveId" clId="{DBE2FB79-7E0D-4C27-94C7-E5149F4E0993}" dt="2026-03-16T19:39:15.037" v="7361"/>
          <ac:spMkLst>
            <pc:docMk/>
            <pc:sldMk cId="971178283" sldId="259"/>
            <ac:spMk id="33" creationId="{00000000-0000-0000-0000-000000000000}"/>
          </ac:spMkLst>
        </pc:spChg>
        <pc:spChg chg="mod">
          <ac:chgData name="Doucoure Sékou" userId="dbdfe042b34fbcd3" providerId="LiveId" clId="{DBE2FB79-7E0D-4C27-94C7-E5149F4E0993}" dt="2026-03-16T19:39:15.037" v="7361"/>
          <ac:spMkLst>
            <pc:docMk/>
            <pc:sldMk cId="971178283" sldId="259"/>
            <ac:spMk id="34" creationId="{00000000-0000-0000-0000-000000000000}"/>
          </ac:spMkLst>
        </pc:spChg>
        <pc:spChg chg="mod">
          <ac:chgData name="Doucoure Sékou" userId="dbdfe042b34fbcd3" providerId="LiveId" clId="{DBE2FB79-7E0D-4C27-94C7-E5149F4E0993}" dt="2026-03-16T19:39:15.037" v="7361"/>
          <ac:spMkLst>
            <pc:docMk/>
            <pc:sldMk cId="971178283" sldId="259"/>
            <ac:spMk id="35" creationId="{00000000-0000-0000-0000-000000000000}"/>
          </ac:spMkLst>
        </pc:spChg>
        <pc:spChg chg="mod">
          <ac:chgData name="Doucoure Sékou" userId="dbdfe042b34fbcd3" providerId="LiveId" clId="{DBE2FB79-7E0D-4C27-94C7-E5149F4E0993}" dt="2026-03-16T19:39:15.037" v="7361"/>
          <ac:spMkLst>
            <pc:docMk/>
            <pc:sldMk cId="971178283" sldId="259"/>
            <ac:spMk id="36" creationId="{00000000-0000-0000-0000-000000000000}"/>
          </ac:spMkLst>
        </pc:spChg>
        <pc:spChg chg="mod">
          <ac:chgData name="Doucoure Sékou" userId="dbdfe042b34fbcd3" providerId="LiveId" clId="{DBE2FB79-7E0D-4C27-94C7-E5149F4E0993}" dt="2026-03-16T19:39:15.037" v="7361"/>
          <ac:spMkLst>
            <pc:docMk/>
            <pc:sldMk cId="971178283" sldId="259"/>
            <ac:spMk id="43" creationId="{00000000-0000-0000-0000-000000000000}"/>
          </ac:spMkLst>
        </pc:spChg>
        <pc:spChg chg="mod">
          <ac:chgData name="Doucoure Sékou" userId="dbdfe042b34fbcd3" providerId="LiveId" clId="{DBE2FB79-7E0D-4C27-94C7-E5149F4E0993}" dt="2026-03-16T19:39:15.037" v="7361"/>
          <ac:spMkLst>
            <pc:docMk/>
            <pc:sldMk cId="971178283" sldId="259"/>
            <ac:spMk id="44" creationId="{00000000-0000-0000-0000-000000000000}"/>
          </ac:spMkLst>
        </pc:spChg>
        <pc:grpChg chg="add del">
          <ac:chgData name="Doucoure Sékou" userId="dbdfe042b34fbcd3" providerId="LiveId" clId="{DBE2FB79-7E0D-4C27-94C7-E5149F4E0993}" dt="2026-03-14T16:37:40.301" v="5795" actId="478"/>
          <ac:grpSpMkLst>
            <pc:docMk/>
            <pc:sldMk cId="971178283" sldId="259"/>
            <ac:grpSpMk id="38" creationId="{00000000-0000-0000-0000-000000000000}"/>
          </ac:grpSpMkLst>
        </pc:grpChg>
        <pc:graphicFrameChg chg="mod modGraphic">
          <ac:chgData name="Doucoure Sékou" userId="dbdfe042b34fbcd3" providerId="LiveId" clId="{DBE2FB79-7E0D-4C27-94C7-E5149F4E0993}" dt="2026-03-16T19:40:13.881" v="7369" actId="14100"/>
          <ac:graphicFrameMkLst>
            <pc:docMk/>
            <pc:sldMk cId="971178283" sldId="259"/>
            <ac:graphicFrameMk id="2" creationId="{00000000-0000-0000-0000-000000000000}"/>
          </ac:graphicFrameMkLst>
        </pc:graphicFrameChg>
        <pc:picChg chg="add mod">
          <ac:chgData name="Doucoure Sékou" userId="dbdfe042b34fbcd3" providerId="LiveId" clId="{DBE2FB79-7E0D-4C27-94C7-E5149F4E0993}" dt="2026-03-16T19:39:15.037" v="7361"/>
          <ac:picMkLst>
            <pc:docMk/>
            <pc:sldMk cId="971178283" sldId="259"/>
            <ac:picMk id="3" creationId="{C2ED46A2-8245-39ED-AE28-E90F7D27D25B}"/>
          </ac:picMkLst>
        </pc:picChg>
        <pc:picChg chg="del">
          <ac:chgData name="Doucoure Sékou" userId="dbdfe042b34fbcd3" providerId="LiveId" clId="{DBE2FB79-7E0D-4C27-94C7-E5149F4E0993}" dt="2026-03-12T11:02:32.434" v="4873" actId="478"/>
          <ac:picMkLst>
            <pc:docMk/>
            <pc:sldMk cId="971178283" sldId="259"/>
            <ac:picMk id="25" creationId="{00000000-0000-0000-0000-000000000000}"/>
          </ac:picMkLst>
        </pc:picChg>
        <pc:picChg chg="del">
          <ac:chgData name="Doucoure Sékou" userId="dbdfe042b34fbcd3" providerId="LiveId" clId="{DBE2FB79-7E0D-4C27-94C7-E5149F4E0993}" dt="2026-03-14T16:37:36.595" v="5794" actId="478"/>
          <ac:picMkLst>
            <pc:docMk/>
            <pc:sldMk cId="971178283" sldId="259"/>
            <ac:picMk id="37" creationId="{00000000-0000-0000-0000-000000000000}"/>
          </ac:picMkLst>
        </pc:picChg>
      </pc:sldChg>
      <pc:sldChg chg="del">
        <pc:chgData name="Doucoure Sékou" userId="dbdfe042b34fbcd3" providerId="LiveId" clId="{DBE2FB79-7E0D-4C27-94C7-E5149F4E0993}" dt="2026-03-09T17:51:38.869" v="1077" actId="2696"/>
        <pc:sldMkLst>
          <pc:docMk/>
          <pc:sldMk cId="374629841" sldId="264"/>
        </pc:sldMkLst>
      </pc:sldChg>
      <pc:sldChg chg="del">
        <pc:chgData name="Doucoure Sékou" userId="dbdfe042b34fbcd3" providerId="LiveId" clId="{DBE2FB79-7E0D-4C27-94C7-E5149F4E0993}" dt="2026-03-09T17:51:38.869" v="1077" actId="2696"/>
        <pc:sldMkLst>
          <pc:docMk/>
          <pc:sldMk cId="374629841" sldId="265"/>
        </pc:sldMkLst>
      </pc:sldChg>
      <pc:sldChg chg="del">
        <pc:chgData name="Doucoure Sékou" userId="dbdfe042b34fbcd3" providerId="LiveId" clId="{DBE2FB79-7E0D-4C27-94C7-E5149F4E0993}" dt="2026-03-09T17:51:09.336" v="1069" actId="2696"/>
        <pc:sldMkLst>
          <pc:docMk/>
          <pc:sldMk cId="81483260" sldId="266"/>
        </pc:sldMkLst>
      </pc:sldChg>
      <pc:sldChg chg="del">
        <pc:chgData name="Doucoure Sékou" userId="dbdfe042b34fbcd3" providerId="LiveId" clId="{DBE2FB79-7E0D-4C27-94C7-E5149F4E0993}" dt="2026-03-09T17:51:27.313" v="1074" actId="2696"/>
        <pc:sldMkLst>
          <pc:docMk/>
          <pc:sldMk cId="4223108845" sldId="269"/>
        </pc:sldMkLst>
      </pc:sldChg>
      <pc:sldChg chg="del">
        <pc:chgData name="Doucoure Sékou" userId="dbdfe042b34fbcd3" providerId="LiveId" clId="{DBE2FB79-7E0D-4C27-94C7-E5149F4E0993}" dt="2026-03-09T17:51:38.869" v="1077" actId="2696"/>
        <pc:sldMkLst>
          <pc:docMk/>
          <pc:sldMk cId="3260023289" sldId="271"/>
        </pc:sldMkLst>
      </pc:sldChg>
      <pc:sldChg chg="del">
        <pc:chgData name="Doucoure Sékou" userId="dbdfe042b34fbcd3" providerId="LiveId" clId="{DBE2FB79-7E0D-4C27-94C7-E5149F4E0993}" dt="2026-03-09T17:51:29.602" v="1075" actId="2696"/>
        <pc:sldMkLst>
          <pc:docMk/>
          <pc:sldMk cId="2810560454" sldId="272"/>
        </pc:sldMkLst>
      </pc:sldChg>
      <pc:sldChg chg="del">
        <pc:chgData name="Doucoure Sékou" userId="dbdfe042b34fbcd3" providerId="LiveId" clId="{DBE2FB79-7E0D-4C27-94C7-E5149F4E0993}" dt="2026-03-09T17:51:38.869" v="1077" actId="2696"/>
        <pc:sldMkLst>
          <pc:docMk/>
          <pc:sldMk cId="3289743706" sldId="274"/>
        </pc:sldMkLst>
      </pc:sldChg>
      <pc:sldChg chg="del">
        <pc:chgData name="Doucoure Sékou" userId="dbdfe042b34fbcd3" providerId="LiveId" clId="{DBE2FB79-7E0D-4C27-94C7-E5149F4E0993}" dt="2026-03-09T17:51:38.869" v="1077" actId="2696"/>
        <pc:sldMkLst>
          <pc:docMk/>
          <pc:sldMk cId="454511532" sldId="277"/>
        </pc:sldMkLst>
      </pc:sldChg>
      <pc:sldChg chg="del">
        <pc:chgData name="Doucoure Sékou" userId="dbdfe042b34fbcd3" providerId="LiveId" clId="{DBE2FB79-7E0D-4C27-94C7-E5149F4E0993}" dt="2026-03-09T17:51:38.869" v="1077" actId="2696"/>
        <pc:sldMkLst>
          <pc:docMk/>
          <pc:sldMk cId="2623074675" sldId="279"/>
        </pc:sldMkLst>
      </pc:sldChg>
      <pc:sldChg chg="del">
        <pc:chgData name="Doucoure Sékou" userId="dbdfe042b34fbcd3" providerId="LiveId" clId="{DBE2FB79-7E0D-4C27-94C7-E5149F4E0993}" dt="2026-03-09T17:51:38.869" v="1077" actId="2696"/>
        <pc:sldMkLst>
          <pc:docMk/>
          <pc:sldMk cId="1390200995" sldId="280"/>
        </pc:sldMkLst>
      </pc:sldChg>
      <pc:sldChg chg="del">
        <pc:chgData name="Doucoure Sékou" userId="dbdfe042b34fbcd3" providerId="LiveId" clId="{DBE2FB79-7E0D-4C27-94C7-E5149F4E0993}" dt="2026-03-09T17:51:38.869" v="1077" actId="2696"/>
        <pc:sldMkLst>
          <pc:docMk/>
          <pc:sldMk cId="1599895757" sldId="281"/>
        </pc:sldMkLst>
      </pc:sldChg>
      <pc:sldChg chg="del">
        <pc:chgData name="Doucoure Sékou" userId="dbdfe042b34fbcd3" providerId="LiveId" clId="{DBE2FB79-7E0D-4C27-94C7-E5149F4E0993}" dt="2026-03-09T17:51:38.869" v="1077" actId="2696"/>
        <pc:sldMkLst>
          <pc:docMk/>
          <pc:sldMk cId="313664079" sldId="282"/>
        </pc:sldMkLst>
      </pc:sldChg>
      <pc:sldChg chg="del">
        <pc:chgData name="Doucoure Sékou" userId="dbdfe042b34fbcd3" providerId="LiveId" clId="{DBE2FB79-7E0D-4C27-94C7-E5149F4E0993}" dt="2026-03-09T17:51:20.065" v="1072" actId="2696"/>
        <pc:sldMkLst>
          <pc:docMk/>
          <pc:sldMk cId="4223108845" sldId="284"/>
        </pc:sldMkLst>
      </pc:sldChg>
      <pc:sldChg chg="del">
        <pc:chgData name="Doucoure Sékou" userId="dbdfe042b34fbcd3" providerId="LiveId" clId="{DBE2FB79-7E0D-4C27-94C7-E5149F4E0993}" dt="2026-03-09T17:51:24.388" v="1073" actId="2696"/>
        <pc:sldMkLst>
          <pc:docMk/>
          <pc:sldMk cId="4223108845" sldId="285"/>
        </pc:sldMkLst>
      </pc:sldChg>
      <pc:sldChg chg="del">
        <pc:chgData name="Doucoure Sékou" userId="dbdfe042b34fbcd3" providerId="LiveId" clId="{DBE2FB79-7E0D-4C27-94C7-E5149F4E0993}" dt="2026-03-09T17:51:14.244" v="1070" actId="2696"/>
        <pc:sldMkLst>
          <pc:docMk/>
          <pc:sldMk cId="81483260" sldId="286"/>
        </pc:sldMkLst>
      </pc:sldChg>
      <pc:sldChg chg="del">
        <pc:chgData name="Doucoure Sékou" userId="dbdfe042b34fbcd3" providerId="LiveId" clId="{DBE2FB79-7E0D-4C27-94C7-E5149F4E0993}" dt="2026-03-09T17:51:38.869" v="1077" actId="2696"/>
        <pc:sldMkLst>
          <pc:docMk/>
          <pc:sldMk cId="1390200995" sldId="290"/>
        </pc:sldMkLst>
      </pc:sldChg>
      <pc:sldChg chg="del">
        <pc:chgData name="Doucoure Sékou" userId="dbdfe042b34fbcd3" providerId="LiveId" clId="{DBE2FB79-7E0D-4C27-94C7-E5149F4E0993}" dt="2026-03-09T17:51:38.869" v="1077" actId="2696"/>
        <pc:sldMkLst>
          <pc:docMk/>
          <pc:sldMk cId="1166163928" sldId="291"/>
        </pc:sldMkLst>
      </pc:sldChg>
      <pc:sldChg chg="del">
        <pc:chgData name="Doucoure Sékou" userId="dbdfe042b34fbcd3" providerId="LiveId" clId="{DBE2FB79-7E0D-4C27-94C7-E5149F4E0993}" dt="2026-03-09T17:51:16.829" v="1071" actId="2696"/>
        <pc:sldMkLst>
          <pc:docMk/>
          <pc:sldMk cId="81483260" sldId="292"/>
        </pc:sldMkLst>
      </pc:sldChg>
      <pc:sldChg chg="add del">
        <pc:chgData name="Doucoure Sékou" userId="dbdfe042b34fbcd3" providerId="LiveId" clId="{DBE2FB79-7E0D-4C27-94C7-E5149F4E0993}" dt="2026-03-09T17:05:10.255" v="477" actId="2890"/>
        <pc:sldMkLst>
          <pc:docMk/>
          <pc:sldMk cId="2094377799" sldId="293"/>
        </pc:sldMkLst>
      </pc:sldChg>
      <pc:sldChg chg="addSp delSp modSp add del mod modTransition">
        <pc:chgData name="Doucoure Sékou" userId="dbdfe042b34fbcd3" providerId="LiveId" clId="{DBE2FB79-7E0D-4C27-94C7-E5149F4E0993}" dt="2026-03-14T17:38:10.549" v="6101" actId="2696"/>
        <pc:sldMkLst>
          <pc:docMk/>
          <pc:sldMk cId="3148020072" sldId="293"/>
        </pc:sldMkLst>
        <pc:spChg chg="mod">
          <ac:chgData name="Doucoure Sékou" userId="dbdfe042b34fbcd3" providerId="LiveId" clId="{DBE2FB79-7E0D-4C27-94C7-E5149F4E0993}" dt="2026-03-12T11:03:06.570" v="4878" actId="14100"/>
          <ac:spMkLst>
            <pc:docMk/>
            <pc:sldMk cId="3148020072" sldId="293"/>
            <ac:spMk id="22" creationId="{B1AB16CF-23B0-828C-FEFA-826B15469138}"/>
          </ac:spMkLst>
        </pc:spChg>
        <pc:spChg chg="mod">
          <ac:chgData name="Doucoure Sékou" userId="dbdfe042b34fbcd3" providerId="LiveId" clId="{DBE2FB79-7E0D-4C27-94C7-E5149F4E0993}" dt="2026-03-14T17:28:30.752" v="6008" actId="20577"/>
          <ac:spMkLst>
            <pc:docMk/>
            <pc:sldMk cId="3148020072" sldId="293"/>
            <ac:spMk id="28" creationId="{E464D75A-713D-435B-C42E-0E1A5A85E8AF}"/>
          </ac:spMkLst>
        </pc:spChg>
        <pc:grpChg chg="del">
          <ac:chgData name="Doucoure Sékou" userId="dbdfe042b34fbcd3" providerId="LiveId" clId="{DBE2FB79-7E0D-4C27-94C7-E5149F4E0993}" dt="2026-03-14T16:36:34.507" v="5787" actId="478"/>
          <ac:grpSpMkLst>
            <pc:docMk/>
            <pc:sldMk cId="3148020072" sldId="293"/>
            <ac:grpSpMk id="38" creationId="{E3B42A83-32D2-70B1-838E-720007027209}"/>
          </ac:grpSpMkLst>
        </pc:grpChg>
        <pc:picChg chg="add mod">
          <ac:chgData name="Doucoure Sékou" userId="dbdfe042b34fbcd3" providerId="LiveId" clId="{DBE2FB79-7E0D-4C27-94C7-E5149F4E0993}" dt="2026-03-14T16:36:37.937" v="5789"/>
          <ac:picMkLst>
            <pc:docMk/>
            <pc:sldMk cId="3148020072" sldId="293"/>
            <ac:picMk id="2" creationId="{0189DD11-85E6-9717-A168-E19C114AC59B}"/>
          </ac:picMkLst>
        </pc:picChg>
        <pc:picChg chg="del">
          <ac:chgData name="Doucoure Sékou" userId="dbdfe042b34fbcd3" providerId="LiveId" clId="{DBE2FB79-7E0D-4C27-94C7-E5149F4E0993}" dt="2026-03-12T10:57:40.989" v="4868" actId="478"/>
          <ac:picMkLst>
            <pc:docMk/>
            <pc:sldMk cId="3148020072" sldId="293"/>
            <ac:picMk id="25" creationId="{5A605F6E-5942-8EB7-2756-C96236040890}"/>
          </ac:picMkLst>
        </pc:picChg>
        <pc:picChg chg="del">
          <ac:chgData name="Doucoure Sékou" userId="dbdfe042b34fbcd3" providerId="LiveId" clId="{DBE2FB79-7E0D-4C27-94C7-E5149F4E0993}" dt="2026-03-14T16:36:36.545" v="5788" actId="478"/>
          <ac:picMkLst>
            <pc:docMk/>
            <pc:sldMk cId="3148020072" sldId="293"/>
            <ac:picMk id="37" creationId="{4733DE7E-2DCF-6BD4-A1FB-32DB29F3CBBF}"/>
          </ac:picMkLst>
        </pc:picChg>
      </pc:sldChg>
      <pc:sldChg chg="addSp delSp modSp add mod modTransition modAnim modNotes">
        <pc:chgData name="Doucoure Sékou" userId="dbdfe042b34fbcd3" providerId="LiveId" clId="{DBE2FB79-7E0D-4C27-94C7-E5149F4E0993}" dt="2026-03-16T19:40:07.712" v="7368" actId="14100"/>
        <pc:sldMkLst>
          <pc:docMk/>
          <pc:sldMk cId="2431170911" sldId="294"/>
        </pc:sldMkLst>
        <pc:spChg chg="add mod">
          <ac:chgData name="Doucoure Sékou" userId="dbdfe042b34fbcd3" providerId="LiveId" clId="{DBE2FB79-7E0D-4C27-94C7-E5149F4E0993}" dt="2026-03-14T18:03:31.429" v="6981" actId="571"/>
          <ac:spMkLst>
            <pc:docMk/>
            <pc:sldMk cId="2431170911" sldId="294"/>
            <ac:spMk id="4" creationId="{210C3390-BDC8-09AA-24AB-EF17BA758701}"/>
          </ac:spMkLst>
        </pc:spChg>
        <pc:spChg chg="mod">
          <ac:chgData name="Doucoure Sékou" userId="dbdfe042b34fbcd3" providerId="LiveId" clId="{DBE2FB79-7E0D-4C27-94C7-E5149F4E0993}" dt="2026-03-16T19:39:15.037" v="7361"/>
          <ac:spMkLst>
            <pc:docMk/>
            <pc:sldMk cId="2431170911" sldId="294"/>
            <ac:spMk id="20" creationId="{7F0ECDC7-A974-23ED-67B9-6464ACE65573}"/>
          </ac:spMkLst>
        </pc:spChg>
        <pc:spChg chg="mod">
          <ac:chgData name="Doucoure Sékou" userId="dbdfe042b34fbcd3" providerId="LiveId" clId="{DBE2FB79-7E0D-4C27-94C7-E5149F4E0993}" dt="2026-03-16T19:39:15.037" v="7361"/>
          <ac:spMkLst>
            <pc:docMk/>
            <pc:sldMk cId="2431170911" sldId="294"/>
            <ac:spMk id="22" creationId="{691B155D-ED27-6264-BCAC-5881FA20C078}"/>
          </ac:spMkLst>
        </pc:spChg>
        <pc:spChg chg="mod">
          <ac:chgData name="Doucoure Sékou" userId="dbdfe042b34fbcd3" providerId="LiveId" clId="{DBE2FB79-7E0D-4C27-94C7-E5149F4E0993}" dt="2026-03-16T19:39:15.037" v="7361"/>
          <ac:spMkLst>
            <pc:docMk/>
            <pc:sldMk cId="2431170911" sldId="294"/>
            <ac:spMk id="26" creationId="{52926552-FB0E-454A-C601-ED7F4BA8B008}"/>
          </ac:spMkLst>
        </pc:spChg>
        <pc:spChg chg="mod">
          <ac:chgData name="Doucoure Sékou" userId="dbdfe042b34fbcd3" providerId="LiveId" clId="{DBE2FB79-7E0D-4C27-94C7-E5149F4E0993}" dt="2026-03-16T19:39:15.037" v="7361"/>
          <ac:spMkLst>
            <pc:docMk/>
            <pc:sldMk cId="2431170911" sldId="294"/>
            <ac:spMk id="31" creationId="{48AC015C-0BDF-007C-E841-D7F5868EEF7B}"/>
          </ac:spMkLst>
        </pc:spChg>
        <pc:spChg chg="mod">
          <ac:chgData name="Doucoure Sékou" userId="dbdfe042b34fbcd3" providerId="LiveId" clId="{DBE2FB79-7E0D-4C27-94C7-E5149F4E0993}" dt="2026-03-16T19:39:15.037" v="7361"/>
          <ac:spMkLst>
            <pc:docMk/>
            <pc:sldMk cId="2431170911" sldId="294"/>
            <ac:spMk id="32" creationId="{3195E03C-C15B-7A58-8A15-20D1931B1E6B}"/>
          </ac:spMkLst>
        </pc:spChg>
        <pc:spChg chg="mod">
          <ac:chgData name="Doucoure Sékou" userId="dbdfe042b34fbcd3" providerId="LiveId" clId="{DBE2FB79-7E0D-4C27-94C7-E5149F4E0993}" dt="2026-03-16T19:39:15.037" v="7361"/>
          <ac:spMkLst>
            <pc:docMk/>
            <pc:sldMk cId="2431170911" sldId="294"/>
            <ac:spMk id="33" creationId="{99A1F211-2EA7-8418-8425-F31A92F34307}"/>
          </ac:spMkLst>
        </pc:spChg>
        <pc:spChg chg="mod">
          <ac:chgData name="Doucoure Sékou" userId="dbdfe042b34fbcd3" providerId="LiveId" clId="{DBE2FB79-7E0D-4C27-94C7-E5149F4E0993}" dt="2026-03-16T19:39:15.037" v="7361"/>
          <ac:spMkLst>
            <pc:docMk/>
            <pc:sldMk cId="2431170911" sldId="294"/>
            <ac:spMk id="34" creationId="{1D11C945-CDCB-41BC-82F2-0D71C1FCCCD0}"/>
          </ac:spMkLst>
        </pc:spChg>
        <pc:spChg chg="mod">
          <ac:chgData name="Doucoure Sékou" userId="dbdfe042b34fbcd3" providerId="LiveId" clId="{DBE2FB79-7E0D-4C27-94C7-E5149F4E0993}" dt="2026-03-16T19:39:15.037" v="7361"/>
          <ac:spMkLst>
            <pc:docMk/>
            <pc:sldMk cId="2431170911" sldId="294"/>
            <ac:spMk id="35" creationId="{B9D9DD18-DEBA-4BBD-B8FD-4507DC5F900A}"/>
          </ac:spMkLst>
        </pc:spChg>
        <pc:spChg chg="mod">
          <ac:chgData name="Doucoure Sékou" userId="dbdfe042b34fbcd3" providerId="LiveId" clId="{DBE2FB79-7E0D-4C27-94C7-E5149F4E0993}" dt="2026-03-16T19:39:15.037" v="7361"/>
          <ac:spMkLst>
            <pc:docMk/>
            <pc:sldMk cId="2431170911" sldId="294"/>
            <ac:spMk id="36" creationId="{E4D1BE67-3E0D-EB8C-7919-7BAB0E6D3C4C}"/>
          </ac:spMkLst>
        </pc:spChg>
        <pc:spChg chg="mod">
          <ac:chgData name="Doucoure Sékou" userId="dbdfe042b34fbcd3" providerId="LiveId" clId="{DBE2FB79-7E0D-4C27-94C7-E5149F4E0993}" dt="2026-03-16T19:39:15.037" v="7361"/>
          <ac:spMkLst>
            <pc:docMk/>
            <pc:sldMk cId="2431170911" sldId="294"/>
            <ac:spMk id="43" creationId="{2B85721C-7E29-8E0F-639D-BE6F34FE18F5}"/>
          </ac:spMkLst>
        </pc:spChg>
        <pc:spChg chg="mod">
          <ac:chgData name="Doucoure Sékou" userId="dbdfe042b34fbcd3" providerId="LiveId" clId="{DBE2FB79-7E0D-4C27-94C7-E5149F4E0993}" dt="2026-03-16T19:39:15.037" v="7361"/>
          <ac:spMkLst>
            <pc:docMk/>
            <pc:sldMk cId="2431170911" sldId="294"/>
            <ac:spMk id="44" creationId="{DD84E99E-6061-07FF-3327-8BC3769770F3}"/>
          </ac:spMkLst>
        </pc:spChg>
        <pc:grpChg chg="del">
          <ac:chgData name="Doucoure Sékou" userId="dbdfe042b34fbcd3" providerId="LiveId" clId="{DBE2FB79-7E0D-4C27-94C7-E5149F4E0993}" dt="2026-03-09T17:34:35.648" v="1021" actId="478"/>
          <ac:grpSpMkLst>
            <pc:docMk/>
            <pc:sldMk cId="2431170911" sldId="294"/>
            <ac:grpSpMk id="38" creationId="{590EB0A1-5E9C-703B-FF30-5C4FD1C5924E}"/>
          </ac:grpSpMkLst>
        </pc:grpChg>
        <pc:graphicFrameChg chg="mod modGraphic">
          <ac:chgData name="Doucoure Sékou" userId="dbdfe042b34fbcd3" providerId="LiveId" clId="{DBE2FB79-7E0D-4C27-94C7-E5149F4E0993}" dt="2026-03-16T19:40:07.712" v="7368" actId="14100"/>
          <ac:graphicFrameMkLst>
            <pc:docMk/>
            <pc:sldMk cId="2431170911" sldId="294"/>
            <ac:graphicFrameMk id="2" creationId="{E13F60EF-7879-CC70-1F53-C34F65337E27}"/>
          </ac:graphicFrameMkLst>
        </pc:graphicFrameChg>
        <pc:picChg chg="add mod">
          <ac:chgData name="Doucoure Sékou" userId="dbdfe042b34fbcd3" providerId="LiveId" clId="{DBE2FB79-7E0D-4C27-94C7-E5149F4E0993}" dt="2026-03-16T19:39:15.037" v="7361"/>
          <ac:picMkLst>
            <pc:docMk/>
            <pc:sldMk cId="2431170911" sldId="294"/>
            <ac:picMk id="3" creationId="{47054179-55CB-2236-38B9-C4EBF25826E0}"/>
          </ac:picMkLst>
        </pc:picChg>
        <pc:picChg chg="add mod">
          <ac:chgData name="Doucoure Sékou" userId="dbdfe042b34fbcd3" providerId="LiveId" clId="{DBE2FB79-7E0D-4C27-94C7-E5149F4E0993}" dt="2026-03-14T18:03:31.429" v="6981" actId="571"/>
          <ac:picMkLst>
            <pc:docMk/>
            <pc:sldMk cId="2431170911" sldId="294"/>
            <ac:picMk id="5" creationId="{C94A84B8-5748-5AE2-3B6C-39AF624B6083}"/>
          </ac:picMkLst>
        </pc:picChg>
        <pc:picChg chg="del">
          <ac:chgData name="Doucoure Sékou" userId="dbdfe042b34fbcd3" providerId="LiveId" clId="{DBE2FB79-7E0D-4C27-94C7-E5149F4E0993}" dt="2026-03-12T11:02:35.561" v="4874" actId="478"/>
          <ac:picMkLst>
            <pc:docMk/>
            <pc:sldMk cId="2431170911" sldId="294"/>
            <ac:picMk id="25" creationId="{B0EDB91D-81DC-E26F-B651-D17661835DE7}"/>
          </ac:picMkLst>
        </pc:picChg>
        <pc:picChg chg="del">
          <ac:chgData name="Doucoure Sékou" userId="dbdfe042b34fbcd3" providerId="LiveId" clId="{DBE2FB79-7E0D-4C27-94C7-E5149F4E0993}" dt="2026-03-14T16:37:55.471" v="5797" actId="478"/>
          <ac:picMkLst>
            <pc:docMk/>
            <pc:sldMk cId="2431170911" sldId="294"/>
            <ac:picMk id="37" creationId="{5D4C708F-5558-068D-8EE9-3C43CD7CF267}"/>
          </ac:picMkLst>
        </pc:picChg>
        <pc:picChg chg="add">
          <ac:chgData name="Doucoure Sékou" userId="dbdfe042b34fbcd3" providerId="LiveId" clId="{DBE2FB79-7E0D-4C27-94C7-E5149F4E0993}" dt="2026-03-09T17:37:45.208" v="1034"/>
          <ac:picMkLst>
            <pc:docMk/>
            <pc:sldMk cId="2431170911" sldId="294"/>
            <ac:picMk id="3074" creationId="{2B02A774-722B-CB60-E937-A49A559DF627}"/>
          </ac:picMkLst>
        </pc:picChg>
        <pc:picChg chg="add del mod">
          <ac:chgData name="Doucoure Sékou" userId="dbdfe042b34fbcd3" providerId="LiveId" clId="{DBE2FB79-7E0D-4C27-94C7-E5149F4E0993}" dt="2026-03-09T17:42:28.246" v="1050" actId="478"/>
          <ac:picMkLst>
            <pc:docMk/>
            <pc:sldMk cId="2431170911" sldId="294"/>
            <ac:picMk id="3076" creationId="{5AA387D7-DDB9-2661-5D2F-65BDC2FD6C11}"/>
          </ac:picMkLst>
        </pc:picChg>
        <pc:picChg chg="add">
          <ac:chgData name="Doucoure Sékou" userId="dbdfe042b34fbcd3" providerId="LiveId" clId="{DBE2FB79-7E0D-4C27-94C7-E5149F4E0993}" dt="2026-03-09T17:42:31.460" v="1051"/>
          <ac:picMkLst>
            <pc:docMk/>
            <pc:sldMk cId="2431170911" sldId="294"/>
            <ac:picMk id="3078" creationId="{7144DAF7-4B57-01E2-CD40-E6E34C952E25}"/>
          </ac:picMkLst>
        </pc:picChg>
        <pc:picChg chg="add del mod">
          <ac:chgData name="Doucoure Sékou" userId="dbdfe042b34fbcd3" providerId="LiveId" clId="{DBE2FB79-7E0D-4C27-94C7-E5149F4E0993}" dt="2026-03-09T17:43:50.213" v="1058" actId="478"/>
          <ac:picMkLst>
            <pc:docMk/>
            <pc:sldMk cId="2431170911" sldId="294"/>
            <ac:picMk id="3080" creationId="{E472A2C1-0B94-0487-E14B-E75938BBCA5B}"/>
          </ac:picMkLst>
        </pc:picChg>
        <pc:picChg chg="add mod">
          <ac:chgData name="Doucoure Sékou" userId="dbdfe042b34fbcd3" providerId="LiveId" clId="{DBE2FB79-7E0D-4C27-94C7-E5149F4E0993}" dt="2026-03-16T19:39:15.037" v="7361"/>
          <ac:picMkLst>
            <pc:docMk/>
            <pc:sldMk cId="2431170911" sldId="294"/>
            <ac:picMk id="3082" creationId="{A122ABC5-ADFE-C4F0-CA71-6F887B1B3499}"/>
          </ac:picMkLst>
        </pc:picChg>
      </pc:sldChg>
      <pc:sldChg chg="new del">
        <pc:chgData name="Doucoure Sékou" userId="dbdfe042b34fbcd3" providerId="LiveId" clId="{DBE2FB79-7E0D-4C27-94C7-E5149F4E0993}" dt="2026-03-09T17:05:25.759" v="480" actId="2696"/>
        <pc:sldMkLst>
          <pc:docMk/>
          <pc:sldMk cId="4169041319" sldId="294"/>
        </pc:sldMkLst>
      </pc:sldChg>
      <pc:sldChg chg="addSp delSp modSp add mod modTransition modAnim modNotes">
        <pc:chgData name="Doucoure Sékou" userId="dbdfe042b34fbcd3" providerId="LiveId" clId="{DBE2FB79-7E0D-4C27-94C7-E5149F4E0993}" dt="2026-03-16T19:39:15.037" v="7361"/>
        <pc:sldMkLst>
          <pc:docMk/>
          <pc:sldMk cId="675264975" sldId="295"/>
        </pc:sldMkLst>
        <pc:spChg chg="add">
          <ac:chgData name="Doucoure Sékou" userId="dbdfe042b34fbcd3" providerId="LiveId" clId="{DBE2FB79-7E0D-4C27-94C7-E5149F4E0993}" dt="2026-03-09T18:05:52.637" v="1147"/>
          <ac:spMkLst>
            <pc:docMk/>
            <pc:sldMk cId="675264975" sldId="295"/>
            <ac:spMk id="3" creationId="{3BC1E120-2A72-8E44-D7E8-7DE69CEC485D}"/>
          </ac:spMkLst>
        </pc:spChg>
        <pc:spChg chg="add">
          <ac:chgData name="Doucoure Sékou" userId="dbdfe042b34fbcd3" providerId="LiveId" clId="{DBE2FB79-7E0D-4C27-94C7-E5149F4E0993}" dt="2026-03-09T18:09:23.452" v="1196"/>
          <ac:spMkLst>
            <pc:docMk/>
            <pc:sldMk cId="675264975" sldId="295"/>
            <ac:spMk id="4" creationId="{D6258CB4-0EA3-F053-CF2F-F76D0ADE9953}"/>
          </ac:spMkLst>
        </pc:spChg>
        <pc:spChg chg="add">
          <ac:chgData name="Doucoure Sékou" userId="dbdfe042b34fbcd3" providerId="LiveId" clId="{DBE2FB79-7E0D-4C27-94C7-E5149F4E0993}" dt="2026-03-09T18:14:43.467" v="1273"/>
          <ac:spMkLst>
            <pc:docMk/>
            <pc:sldMk cId="675264975" sldId="295"/>
            <ac:spMk id="5" creationId="{5A1343E3-80B1-0221-D332-D3D55ACA63DD}"/>
          </ac:spMkLst>
        </pc:spChg>
        <pc:spChg chg="add">
          <ac:chgData name="Doucoure Sékou" userId="dbdfe042b34fbcd3" providerId="LiveId" clId="{DBE2FB79-7E0D-4C27-94C7-E5149F4E0993}" dt="2026-03-09T18:15:17.593" v="1301"/>
          <ac:spMkLst>
            <pc:docMk/>
            <pc:sldMk cId="675264975" sldId="295"/>
            <ac:spMk id="6" creationId="{88F7B912-99D6-65F5-EE5D-C7FD5B003F12}"/>
          </ac:spMkLst>
        </pc:spChg>
        <pc:spChg chg="mod">
          <ac:chgData name="Doucoure Sékou" userId="dbdfe042b34fbcd3" providerId="LiveId" clId="{DBE2FB79-7E0D-4C27-94C7-E5149F4E0993}" dt="2026-03-16T19:39:15.037" v="7361"/>
          <ac:spMkLst>
            <pc:docMk/>
            <pc:sldMk cId="675264975" sldId="295"/>
            <ac:spMk id="20" creationId="{A56544E7-8400-691C-2069-E9433CB73FF9}"/>
          </ac:spMkLst>
        </pc:spChg>
        <pc:spChg chg="mod">
          <ac:chgData name="Doucoure Sékou" userId="dbdfe042b34fbcd3" providerId="LiveId" clId="{DBE2FB79-7E0D-4C27-94C7-E5149F4E0993}" dt="2026-03-16T19:39:15.037" v="7361"/>
          <ac:spMkLst>
            <pc:docMk/>
            <pc:sldMk cId="675264975" sldId="295"/>
            <ac:spMk id="22" creationId="{6586B4E7-122E-C0EC-825D-4ECA751EC1F4}"/>
          </ac:spMkLst>
        </pc:spChg>
        <pc:spChg chg="mod">
          <ac:chgData name="Doucoure Sékou" userId="dbdfe042b34fbcd3" providerId="LiveId" clId="{DBE2FB79-7E0D-4C27-94C7-E5149F4E0993}" dt="2026-03-16T19:39:15.037" v="7361"/>
          <ac:spMkLst>
            <pc:docMk/>
            <pc:sldMk cId="675264975" sldId="295"/>
            <ac:spMk id="26" creationId="{A01526F5-144B-413F-B84E-AF04076BCC21}"/>
          </ac:spMkLst>
        </pc:spChg>
        <pc:spChg chg="mod">
          <ac:chgData name="Doucoure Sékou" userId="dbdfe042b34fbcd3" providerId="LiveId" clId="{DBE2FB79-7E0D-4C27-94C7-E5149F4E0993}" dt="2026-03-16T19:39:15.037" v="7361"/>
          <ac:spMkLst>
            <pc:docMk/>
            <pc:sldMk cId="675264975" sldId="295"/>
            <ac:spMk id="31" creationId="{DAB55BC4-2D42-D649-0B4F-070E5456DA1A}"/>
          </ac:spMkLst>
        </pc:spChg>
        <pc:spChg chg="mod">
          <ac:chgData name="Doucoure Sékou" userId="dbdfe042b34fbcd3" providerId="LiveId" clId="{DBE2FB79-7E0D-4C27-94C7-E5149F4E0993}" dt="2026-03-16T19:39:15.037" v="7361"/>
          <ac:spMkLst>
            <pc:docMk/>
            <pc:sldMk cId="675264975" sldId="295"/>
            <ac:spMk id="32" creationId="{36BBA95B-ECB5-BF7B-2B0E-2EE035B8E6B8}"/>
          </ac:spMkLst>
        </pc:spChg>
        <pc:spChg chg="mod">
          <ac:chgData name="Doucoure Sékou" userId="dbdfe042b34fbcd3" providerId="LiveId" clId="{DBE2FB79-7E0D-4C27-94C7-E5149F4E0993}" dt="2026-03-16T19:39:15.037" v="7361"/>
          <ac:spMkLst>
            <pc:docMk/>
            <pc:sldMk cId="675264975" sldId="295"/>
            <ac:spMk id="33" creationId="{3AF9B371-3D07-21A3-DDB2-A6A047664B58}"/>
          </ac:spMkLst>
        </pc:spChg>
        <pc:spChg chg="mod">
          <ac:chgData name="Doucoure Sékou" userId="dbdfe042b34fbcd3" providerId="LiveId" clId="{DBE2FB79-7E0D-4C27-94C7-E5149F4E0993}" dt="2026-03-16T19:39:15.037" v="7361"/>
          <ac:spMkLst>
            <pc:docMk/>
            <pc:sldMk cId="675264975" sldId="295"/>
            <ac:spMk id="34" creationId="{0FCC95B7-3711-33F1-7C64-88812A5955B1}"/>
          </ac:spMkLst>
        </pc:spChg>
        <pc:spChg chg="mod">
          <ac:chgData name="Doucoure Sékou" userId="dbdfe042b34fbcd3" providerId="LiveId" clId="{DBE2FB79-7E0D-4C27-94C7-E5149F4E0993}" dt="2026-03-16T19:39:15.037" v="7361"/>
          <ac:spMkLst>
            <pc:docMk/>
            <pc:sldMk cId="675264975" sldId="295"/>
            <ac:spMk id="35" creationId="{184F5D54-82D5-9525-263A-E999153C6FE6}"/>
          </ac:spMkLst>
        </pc:spChg>
        <pc:spChg chg="mod">
          <ac:chgData name="Doucoure Sékou" userId="dbdfe042b34fbcd3" providerId="LiveId" clId="{DBE2FB79-7E0D-4C27-94C7-E5149F4E0993}" dt="2026-03-16T19:39:15.037" v="7361"/>
          <ac:spMkLst>
            <pc:docMk/>
            <pc:sldMk cId="675264975" sldId="295"/>
            <ac:spMk id="36" creationId="{9BF7DFC2-2E9A-DBE7-17A5-1FEF6D935B82}"/>
          </ac:spMkLst>
        </pc:spChg>
        <pc:spChg chg="mod">
          <ac:chgData name="Doucoure Sékou" userId="dbdfe042b34fbcd3" providerId="LiveId" clId="{DBE2FB79-7E0D-4C27-94C7-E5149F4E0993}" dt="2026-03-16T19:39:15.037" v="7361"/>
          <ac:spMkLst>
            <pc:docMk/>
            <pc:sldMk cId="675264975" sldId="295"/>
            <ac:spMk id="43" creationId="{D791D828-CD13-03D5-4456-D0CAA5756E49}"/>
          </ac:spMkLst>
        </pc:spChg>
        <pc:spChg chg="mod">
          <ac:chgData name="Doucoure Sékou" userId="dbdfe042b34fbcd3" providerId="LiveId" clId="{DBE2FB79-7E0D-4C27-94C7-E5149F4E0993}" dt="2026-03-16T19:39:15.037" v="7361"/>
          <ac:spMkLst>
            <pc:docMk/>
            <pc:sldMk cId="675264975" sldId="295"/>
            <ac:spMk id="44" creationId="{65D465A0-8C41-D554-443A-A913EDAB955C}"/>
          </ac:spMkLst>
        </pc:spChg>
        <pc:graphicFrameChg chg="mod modGraphic">
          <ac:chgData name="Doucoure Sékou" userId="dbdfe042b34fbcd3" providerId="LiveId" clId="{DBE2FB79-7E0D-4C27-94C7-E5149F4E0993}" dt="2026-03-16T19:39:15.037" v="7361"/>
          <ac:graphicFrameMkLst>
            <pc:docMk/>
            <pc:sldMk cId="675264975" sldId="295"/>
            <ac:graphicFrameMk id="2" creationId="{21213FC5-2B2F-46AE-B857-9594C985AF83}"/>
          </ac:graphicFrameMkLst>
        </pc:graphicFrameChg>
        <pc:picChg chg="add mod">
          <ac:chgData name="Doucoure Sékou" userId="dbdfe042b34fbcd3" providerId="LiveId" clId="{DBE2FB79-7E0D-4C27-94C7-E5149F4E0993}" dt="2026-03-16T19:39:15.037" v="7361"/>
          <ac:picMkLst>
            <pc:docMk/>
            <pc:sldMk cId="675264975" sldId="295"/>
            <ac:picMk id="3" creationId="{A7D409C8-780C-56FF-F249-D4EC2F853D48}"/>
          </ac:picMkLst>
        </pc:picChg>
        <pc:picChg chg="del">
          <ac:chgData name="Doucoure Sékou" userId="dbdfe042b34fbcd3" providerId="LiveId" clId="{DBE2FB79-7E0D-4C27-94C7-E5149F4E0993}" dt="2026-03-12T11:04:24.140" v="4896" actId="478"/>
          <ac:picMkLst>
            <pc:docMk/>
            <pc:sldMk cId="675264975" sldId="295"/>
            <ac:picMk id="25" creationId="{9A2F7AB9-A1F6-94AF-EE83-D29F55A74D79}"/>
          </ac:picMkLst>
        </pc:picChg>
        <pc:picChg chg="del">
          <ac:chgData name="Doucoure Sékou" userId="dbdfe042b34fbcd3" providerId="LiveId" clId="{DBE2FB79-7E0D-4C27-94C7-E5149F4E0993}" dt="2026-03-14T16:38:09.514" v="5799" actId="478"/>
          <ac:picMkLst>
            <pc:docMk/>
            <pc:sldMk cId="675264975" sldId="295"/>
            <ac:picMk id="37" creationId="{156C4E36-49F1-B89F-32C0-06CF0D214961}"/>
          </ac:picMkLst>
        </pc:picChg>
        <pc:picChg chg="del">
          <ac:chgData name="Doucoure Sékou" userId="dbdfe042b34fbcd3" providerId="LiveId" clId="{DBE2FB79-7E0D-4C27-94C7-E5149F4E0993}" dt="2026-03-09T18:02:48.125" v="1096" actId="478"/>
          <ac:picMkLst>
            <pc:docMk/>
            <pc:sldMk cId="675264975" sldId="295"/>
            <ac:picMk id="3082" creationId="{4BAE85DC-025F-7FD1-A48D-DA1A8215B81D}"/>
          </ac:picMkLst>
        </pc:picChg>
      </pc:sldChg>
      <pc:sldChg chg="add del">
        <pc:chgData name="Doucoure Sékou" userId="dbdfe042b34fbcd3" providerId="LiveId" clId="{DBE2FB79-7E0D-4C27-94C7-E5149F4E0993}" dt="2026-03-09T17:51:43.243" v="1078" actId="47"/>
        <pc:sldMkLst>
          <pc:docMk/>
          <pc:sldMk cId="3596228736" sldId="295"/>
        </pc:sldMkLst>
      </pc:sldChg>
      <pc:sldChg chg="addSp delSp modSp add del mod">
        <pc:chgData name="Doucoure Sékou" userId="dbdfe042b34fbcd3" providerId="LiveId" clId="{DBE2FB79-7E0D-4C27-94C7-E5149F4E0993}" dt="2026-03-12T12:17:10.678" v="5343" actId="2696"/>
        <pc:sldMkLst>
          <pc:docMk/>
          <pc:sldMk cId="1414377496" sldId="296"/>
        </pc:sldMkLst>
        <pc:spChg chg="mod">
          <ac:chgData name="Doucoure Sékou" userId="dbdfe042b34fbcd3" providerId="LiveId" clId="{DBE2FB79-7E0D-4C27-94C7-E5149F4E0993}" dt="2026-03-12T11:05:08.980" v="4902" actId="14100"/>
          <ac:spMkLst>
            <pc:docMk/>
            <pc:sldMk cId="1414377496" sldId="296"/>
            <ac:spMk id="22" creationId="{CF7C8EA1-79F9-4A23-CE84-774CBAAF8AC4}"/>
          </ac:spMkLst>
        </pc:spChg>
        <pc:spChg chg="mod">
          <ac:chgData name="Doucoure Sékou" userId="dbdfe042b34fbcd3" providerId="LiveId" clId="{DBE2FB79-7E0D-4C27-94C7-E5149F4E0993}" dt="2026-03-09T18:29:56.568" v="1521" actId="20577"/>
          <ac:spMkLst>
            <pc:docMk/>
            <pc:sldMk cId="1414377496" sldId="296"/>
            <ac:spMk id="26" creationId="{82DAC6D6-727F-AE80-3DEE-76081FD0F3AE}"/>
          </ac:spMkLst>
        </pc:spChg>
        <pc:graphicFrameChg chg="add del mod modGraphic">
          <ac:chgData name="Doucoure Sékou" userId="dbdfe042b34fbcd3" providerId="LiveId" clId="{DBE2FB79-7E0D-4C27-94C7-E5149F4E0993}" dt="2026-03-11T23:13:54.482" v="4023" actId="20577"/>
          <ac:graphicFrameMkLst>
            <pc:docMk/>
            <pc:sldMk cId="1414377496" sldId="296"/>
            <ac:graphicFrameMk id="2" creationId="{D847A80C-13E8-E0CC-02BD-540EBC7699F0}"/>
          </ac:graphicFrameMkLst>
        </pc:graphicFrameChg>
        <pc:picChg chg="del">
          <ac:chgData name="Doucoure Sékou" userId="dbdfe042b34fbcd3" providerId="LiveId" clId="{DBE2FB79-7E0D-4C27-94C7-E5149F4E0993}" dt="2026-03-12T11:04:30.384" v="4897" actId="478"/>
          <ac:picMkLst>
            <pc:docMk/>
            <pc:sldMk cId="1414377496" sldId="296"/>
            <ac:picMk id="25" creationId="{E2B3167E-3A80-A9BC-AF1C-46EC5C1B964D}"/>
          </ac:picMkLst>
        </pc:picChg>
        <pc:picChg chg="add mod">
          <ac:chgData name="Doucoure Sékou" userId="dbdfe042b34fbcd3" providerId="LiveId" clId="{DBE2FB79-7E0D-4C27-94C7-E5149F4E0993}" dt="2026-03-09T18:30:43.080" v="1524" actId="1076"/>
          <ac:picMkLst>
            <pc:docMk/>
            <pc:sldMk cId="1414377496" sldId="296"/>
            <ac:picMk id="2050" creationId="{4E0E499E-8345-F7C6-A0C3-C606F0F65455}"/>
          </ac:picMkLst>
        </pc:picChg>
      </pc:sldChg>
      <pc:sldChg chg="addSp delSp modSp add del mod modTransition modAnim modNotes">
        <pc:chgData name="Doucoure Sékou" userId="dbdfe042b34fbcd3" providerId="LiveId" clId="{DBE2FB79-7E0D-4C27-94C7-E5149F4E0993}" dt="2026-03-16T19:39:15.037" v="7361"/>
        <pc:sldMkLst>
          <pc:docMk/>
          <pc:sldMk cId="1592506758" sldId="297"/>
        </pc:sldMkLst>
        <pc:spChg chg="add mod">
          <ac:chgData name="Doucoure Sékou" userId="dbdfe042b34fbcd3" providerId="LiveId" clId="{DBE2FB79-7E0D-4C27-94C7-E5149F4E0993}" dt="2026-03-16T19:39:15.037" v="7361"/>
          <ac:spMkLst>
            <pc:docMk/>
            <pc:sldMk cId="1592506758" sldId="297"/>
            <ac:spMk id="3" creationId="{873BBEB1-2A00-DA9A-04A4-51631620974C}"/>
          </ac:spMkLst>
        </pc:spChg>
        <pc:spChg chg="add del mod">
          <ac:chgData name="Doucoure Sékou" userId="dbdfe042b34fbcd3" providerId="LiveId" clId="{DBE2FB79-7E0D-4C27-94C7-E5149F4E0993}" dt="2026-03-09T23:29:01.024" v="1908" actId="478"/>
          <ac:spMkLst>
            <pc:docMk/>
            <pc:sldMk cId="1592506758" sldId="297"/>
            <ac:spMk id="5" creationId="{22F79E79-6F31-D897-9D45-CE16BAA25F75}"/>
          </ac:spMkLst>
        </pc:spChg>
        <pc:spChg chg="mod">
          <ac:chgData name="Doucoure Sékou" userId="dbdfe042b34fbcd3" providerId="LiveId" clId="{DBE2FB79-7E0D-4C27-94C7-E5149F4E0993}" dt="2026-03-16T19:39:15.037" v="7361"/>
          <ac:spMkLst>
            <pc:docMk/>
            <pc:sldMk cId="1592506758" sldId="297"/>
            <ac:spMk id="20" creationId="{37D85319-8379-3EB5-E763-A88ECE124235}"/>
          </ac:spMkLst>
        </pc:spChg>
        <pc:spChg chg="mod">
          <ac:chgData name="Doucoure Sékou" userId="dbdfe042b34fbcd3" providerId="LiveId" clId="{DBE2FB79-7E0D-4C27-94C7-E5149F4E0993}" dt="2026-03-16T19:39:15.037" v="7361"/>
          <ac:spMkLst>
            <pc:docMk/>
            <pc:sldMk cId="1592506758" sldId="297"/>
            <ac:spMk id="22" creationId="{0289F93B-C807-9FA0-54CB-5DCC89872B70}"/>
          </ac:spMkLst>
        </pc:spChg>
        <pc:spChg chg="mod">
          <ac:chgData name="Doucoure Sékou" userId="dbdfe042b34fbcd3" providerId="LiveId" clId="{DBE2FB79-7E0D-4C27-94C7-E5149F4E0993}" dt="2026-03-16T19:39:15.037" v="7361"/>
          <ac:spMkLst>
            <pc:docMk/>
            <pc:sldMk cId="1592506758" sldId="297"/>
            <ac:spMk id="26" creationId="{CB552838-9CA0-D5BA-6714-6DBF2AD90BF0}"/>
          </ac:spMkLst>
        </pc:spChg>
        <pc:spChg chg="mod">
          <ac:chgData name="Doucoure Sékou" userId="dbdfe042b34fbcd3" providerId="LiveId" clId="{DBE2FB79-7E0D-4C27-94C7-E5149F4E0993}" dt="2026-03-16T19:39:15.037" v="7361"/>
          <ac:spMkLst>
            <pc:docMk/>
            <pc:sldMk cId="1592506758" sldId="297"/>
            <ac:spMk id="31" creationId="{A96109FA-7490-9BBF-6A0B-E3C78B22A9F8}"/>
          </ac:spMkLst>
        </pc:spChg>
        <pc:spChg chg="mod">
          <ac:chgData name="Doucoure Sékou" userId="dbdfe042b34fbcd3" providerId="LiveId" clId="{DBE2FB79-7E0D-4C27-94C7-E5149F4E0993}" dt="2026-03-16T19:39:15.037" v="7361"/>
          <ac:spMkLst>
            <pc:docMk/>
            <pc:sldMk cId="1592506758" sldId="297"/>
            <ac:spMk id="32" creationId="{99F548DA-C44F-8214-DDF2-4956B943BE2F}"/>
          </ac:spMkLst>
        </pc:spChg>
        <pc:spChg chg="mod">
          <ac:chgData name="Doucoure Sékou" userId="dbdfe042b34fbcd3" providerId="LiveId" clId="{DBE2FB79-7E0D-4C27-94C7-E5149F4E0993}" dt="2026-03-16T19:39:15.037" v="7361"/>
          <ac:spMkLst>
            <pc:docMk/>
            <pc:sldMk cId="1592506758" sldId="297"/>
            <ac:spMk id="33" creationId="{ED2B92CF-3BEA-4B69-628E-94C0977774A5}"/>
          </ac:spMkLst>
        </pc:spChg>
        <pc:spChg chg="mod">
          <ac:chgData name="Doucoure Sékou" userId="dbdfe042b34fbcd3" providerId="LiveId" clId="{DBE2FB79-7E0D-4C27-94C7-E5149F4E0993}" dt="2026-03-16T19:39:15.037" v="7361"/>
          <ac:spMkLst>
            <pc:docMk/>
            <pc:sldMk cId="1592506758" sldId="297"/>
            <ac:spMk id="34" creationId="{BD1850DE-134D-4F40-B251-2790907522AC}"/>
          </ac:spMkLst>
        </pc:spChg>
        <pc:spChg chg="mod">
          <ac:chgData name="Doucoure Sékou" userId="dbdfe042b34fbcd3" providerId="LiveId" clId="{DBE2FB79-7E0D-4C27-94C7-E5149F4E0993}" dt="2026-03-16T19:39:15.037" v="7361"/>
          <ac:spMkLst>
            <pc:docMk/>
            <pc:sldMk cId="1592506758" sldId="297"/>
            <ac:spMk id="35" creationId="{2570D096-1AEB-7000-7719-2CE609F738D9}"/>
          </ac:spMkLst>
        </pc:spChg>
        <pc:spChg chg="mod">
          <ac:chgData name="Doucoure Sékou" userId="dbdfe042b34fbcd3" providerId="LiveId" clId="{DBE2FB79-7E0D-4C27-94C7-E5149F4E0993}" dt="2026-03-16T19:39:15.037" v="7361"/>
          <ac:spMkLst>
            <pc:docMk/>
            <pc:sldMk cId="1592506758" sldId="297"/>
            <ac:spMk id="36" creationId="{D68328BC-DAB9-DCC2-B0AF-D923C7D2C2F5}"/>
          </ac:spMkLst>
        </pc:spChg>
        <pc:spChg chg="mod">
          <ac:chgData name="Doucoure Sékou" userId="dbdfe042b34fbcd3" providerId="LiveId" clId="{DBE2FB79-7E0D-4C27-94C7-E5149F4E0993}" dt="2026-03-16T19:39:15.037" v="7361"/>
          <ac:spMkLst>
            <pc:docMk/>
            <pc:sldMk cId="1592506758" sldId="297"/>
            <ac:spMk id="43" creationId="{1D75AA16-2B4C-1F7A-6DB9-B8B5937D7DA9}"/>
          </ac:spMkLst>
        </pc:spChg>
        <pc:spChg chg="mod">
          <ac:chgData name="Doucoure Sékou" userId="dbdfe042b34fbcd3" providerId="LiveId" clId="{DBE2FB79-7E0D-4C27-94C7-E5149F4E0993}" dt="2026-03-16T19:39:15.037" v="7361"/>
          <ac:spMkLst>
            <pc:docMk/>
            <pc:sldMk cId="1592506758" sldId="297"/>
            <ac:spMk id="44" creationId="{08157757-A4CF-4D1A-FD67-09A7F5AB2C2A}"/>
          </ac:spMkLst>
        </pc:spChg>
        <pc:graphicFrameChg chg="add del">
          <ac:chgData name="Doucoure Sékou" userId="dbdfe042b34fbcd3" providerId="LiveId" clId="{DBE2FB79-7E0D-4C27-94C7-E5149F4E0993}" dt="2026-03-09T22:05:04.730" v="1569" actId="478"/>
          <ac:graphicFrameMkLst>
            <pc:docMk/>
            <pc:sldMk cId="1592506758" sldId="297"/>
            <ac:graphicFrameMk id="2" creationId="{A43D738F-2DF3-1995-4A0F-4450352AB8B9}"/>
          </ac:graphicFrameMkLst>
        </pc:graphicFrameChg>
        <pc:graphicFrameChg chg="add mod modGraphic">
          <ac:chgData name="Doucoure Sékou" userId="dbdfe042b34fbcd3" providerId="LiveId" clId="{DBE2FB79-7E0D-4C27-94C7-E5149F4E0993}" dt="2026-03-16T19:39:15.037" v="7361"/>
          <ac:graphicFrameMkLst>
            <pc:docMk/>
            <pc:sldMk cId="1592506758" sldId="297"/>
            <ac:graphicFrameMk id="172" creationId="{00000000-0000-0000-0000-000000000000}"/>
          </ac:graphicFrameMkLst>
        </pc:graphicFrameChg>
        <pc:picChg chg="add mod">
          <ac:chgData name="Doucoure Sékou" userId="dbdfe042b34fbcd3" providerId="LiveId" clId="{DBE2FB79-7E0D-4C27-94C7-E5149F4E0993}" dt="2026-03-16T19:39:15.037" v="7361"/>
          <ac:picMkLst>
            <pc:docMk/>
            <pc:sldMk cId="1592506758" sldId="297"/>
            <ac:picMk id="2" creationId="{E94EC205-C541-09C6-DCC7-7CEA3D78635B}"/>
          </ac:picMkLst>
        </pc:picChg>
        <pc:picChg chg="add mod">
          <ac:chgData name="Doucoure Sékou" userId="dbdfe042b34fbcd3" providerId="LiveId" clId="{DBE2FB79-7E0D-4C27-94C7-E5149F4E0993}" dt="2026-03-16T19:39:15.037" v="7361"/>
          <ac:picMkLst>
            <pc:docMk/>
            <pc:sldMk cId="1592506758" sldId="297"/>
            <ac:picMk id="4" creationId="{0F36E900-AD0F-D461-7F15-DEA3A7E2464B}"/>
          </ac:picMkLst>
        </pc:picChg>
        <pc:picChg chg="add del mod">
          <ac:chgData name="Doucoure Sékou" userId="dbdfe042b34fbcd3" providerId="LiveId" clId="{DBE2FB79-7E0D-4C27-94C7-E5149F4E0993}" dt="2026-03-09T22:00:29.756" v="1536" actId="22"/>
          <ac:picMkLst>
            <pc:docMk/>
            <pc:sldMk cId="1592506758" sldId="297"/>
            <ac:picMk id="4" creationId="{E9E51212-C9ED-209E-B4B6-0617B7682C76}"/>
          </ac:picMkLst>
        </pc:picChg>
        <pc:picChg chg="del">
          <ac:chgData name="Doucoure Sékou" userId="dbdfe042b34fbcd3" providerId="LiveId" clId="{DBE2FB79-7E0D-4C27-94C7-E5149F4E0993}" dt="2026-03-12T11:05:22.268" v="4910" actId="478"/>
          <ac:picMkLst>
            <pc:docMk/>
            <pc:sldMk cId="1592506758" sldId="297"/>
            <ac:picMk id="25" creationId="{793F747E-813A-C92A-F347-9EDA9589EEEF}"/>
          </ac:picMkLst>
        </pc:picChg>
        <pc:picChg chg="del">
          <ac:chgData name="Doucoure Sékou" userId="dbdfe042b34fbcd3" providerId="LiveId" clId="{DBE2FB79-7E0D-4C27-94C7-E5149F4E0993}" dt="2026-03-14T16:38:25.250" v="5801" actId="478"/>
          <ac:picMkLst>
            <pc:docMk/>
            <pc:sldMk cId="1592506758" sldId="297"/>
            <ac:picMk id="37" creationId="{59D86AF3-EBD2-C8B1-B31F-DF4AB76FD2E8}"/>
          </ac:picMkLst>
        </pc:picChg>
        <pc:picChg chg="del">
          <ac:chgData name="Doucoure Sékou" userId="dbdfe042b34fbcd3" providerId="LiveId" clId="{DBE2FB79-7E0D-4C27-94C7-E5149F4E0993}" dt="2026-03-09T22:05:24.121" v="1577" actId="478"/>
          <ac:picMkLst>
            <pc:docMk/>
            <pc:sldMk cId="1592506758" sldId="297"/>
            <ac:picMk id="2050" creationId="{7DB8339B-ED6E-12B9-0223-951D9E2CDC42}"/>
          </ac:picMkLst>
        </pc:picChg>
      </pc:sldChg>
      <pc:sldChg chg="addSp delSp modSp add del mod modTransition delAnim modAnim">
        <pc:chgData name="Doucoure Sékou" userId="dbdfe042b34fbcd3" providerId="LiveId" clId="{DBE2FB79-7E0D-4C27-94C7-E5149F4E0993}" dt="2026-03-16T15:31:41.603" v="7255" actId="2696"/>
        <pc:sldMkLst>
          <pc:docMk/>
          <pc:sldMk cId="564432172" sldId="298"/>
        </pc:sldMkLst>
        <pc:spChg chg="del mod">
          <ac:chgData name="Doucoure Sékou" userId="dbdfe042b34fbcd3" providerId="LiveId" clId="{DBE2FB79-7E0D-4C27-94C7-E5149F4E0993}" dt="2026-03-10T23:33:37.003" v="3028" actId="478"/>
          <ac:spMkLst>
            <pc:docMk/>
            <pc:sldMk cId="564432172" sldId="298"/>
            <ac:spMk id="5" creationId="{81EB7304-E70D-3543-F746-48C14C58D52C}"/>
          </ac:spMkLst>
        </pc:spChg>
        <pc:spChg chg="mod">
          <ac:chgData name="Doucoure Sékou" userId="dbdfe042b34fbcd3" providerId="LiveId" clId="{DBE2FB79-7E0D-4C27-94C7-E5149F4E0993}" dt="2026-03-12T11:05:49.371" v="4915"/>
          <ac:spMkLst>
            <pc:docMk/>
            <pc:sldMk cId="564432172" sldId="298"/>
            <ac:spMk id="22" creationId="{19A9AC08-B5E1-B810-C2ED-23059CB621D8}"/>
          </ac:spMkLst>
        </pc:spChg>
        <pc:spChg chg="mod">
          <ac:chgData name="Doucoure Sékou" userId="dbdfe042b34fbcd3" providerId="LiveId" clId="{DBE2FB79-7E0D-4C27-94C7-E5149F4E0993}" dt="2026-03-14T18:06:09.843" v="7002" actId="207"/>
          <ac:spMkLst>
            <pc:docMk/>
            <pc:sldMk cId="564432172" sldId="298"/>
            <ac:spMk id="26" creationId="{A155CEBB-60A2-34E9-9155-1ED56A0EC9B4}"/>
          </ac:spMkLst>
        </pc:spChg>
        <pc:graphicFrameChg chg="mod modGraphic">
          <ac:chgData name="Doucoure Sékou" userId="dbdfe042b34fbcd3" providerId="LiveId" clId="{DBE2FB79-7E0D-4C27-94C7-E5149F4E0993}" dt="2026-03-14T17:00:09.832" v="5910" actId="20577"/>
          <ac:graphicFrameMkLst>
            <pc:docMk/>
            <pc:sldMk cId="564432172" sldId="298"/>
            <ac:graphicFrameMk id="172" creationId="{667F561F-F309-4DF7-7249-EA2C690B7CDB}"/>
          </ac:graphicFrameMkLst>
        </pc:graphicFrameChg>
        <pc:picChg chg="add del mod">
          <ac:chgData name="Doucoure Sékou" userId="dbdfe042b34fbcd3" providerId="LiveId" clId="{DBE2FB79-7E0D-4C27-94C7-E5149F4E0993}" dt="2026-03-16T15:30:05.551" v="7246" actId="21"/>
          <ac:picMkLst>
            <pc:docMk/>
            <pc:sldMk cId="564432172" sldId="298"/>
            <ac:picMk id="2" creationId="{0F36E900-AD0F-D461-7F15-DEA3A7E2464B}"/>
          </ac:picMkLst>
        </pc:picChg>
        <pc:picChg chg="add mod">
          <ac:chgData name="Doucoure Sékou" userId="dbdfe042b34fbcd3" providerId="LiveId" clId="{DBE2FB79-7E0D-4C27-94C7-E5149F4E0993}" dt="2026-03-14T16:38:49.910" v="5808"/>
          <ac:picMkLst>
            <pc:docMk/>
            <pc:sldMk cId="564432172" sldId="298"/>
            <ac:picMk id="3" creationId="{EA663E36-C2AE-3603-6899-3C003403DD1A}"/>
          </ac:picMkLst>
        </pc:picChg>
        <pc:picChg chg="del">
          <ac:chgData name="Doucoure Sékou" userId="dbdfe042b34fbcd3" providerId="LiveId" clId="{DBE2FB79-7E0D-4C27-94C7-E5149F4E0993}" dt="2026-03-12T11:05:38.019" v="4913" actId="478"/>
          <ac:picMkLst>
            <pc:docMk/>
            <pc:sldMk cId="564432172" sldId="298"/>
            <ac:picMk id="25" creationId="{AE3F3AB9-3563-F1FC-819F-2AEAE58B23EC}"/>
          </ac:picMkLst>
        </pc:picChg>
        <pc:picChg chg="del">
          <ac:chgData name="Doucoure Sékou" userId="dbdfe042b34fbcd3" providerId="LiveId" clId="{DBE2FB79-7E0D-4C27-94C7-E5149F4E0993}" dt="2026-03-14T16:38:48.735" v="5807" actId="478"/>
          <ac:picMkLst>
            <pc:docMk/>
            <pc:sldMk cId="564432172" sldId="298"/>
            <ac:picMk id="37" creationId="{0F8BAED9-4375-2C0B-643C-2A019CC45FFC}"/>
          </ac:picMkLst>
        </pc:picChg>
      </pc:sldChg>
      <pc:sldChg chg="addSp delSp modSp add mod modTransition modAnim modNotes">
        <pc:chgData name="Doucoure Sékou" userId="dbdfe042b34fbcd3" providerId="LiveId" clId="{DBE2FB79-7E0D-4C27-94C7-E5149F4E0993}" dt="2026-03-16T19:39:15.037" v="7361"/>
        <pc:sldMkLst>
          <pc:docMk/>
          <pc:sldMk cId="3590019769" sldId="299"/>
        </pc:sldMkLst>
        <pc:spChg chg="add mod">
          <ac:chgData name="Doucoure Sékou" userId="dbdfe042b34fbcd3" providerId="LiveId" clId="{DBE2FB79-7E0D-4C27-94C7-E5149F4E0993}" dt="2026-03-16T19:39:15.037" v="7361"/>
          <ac:spMkLst>
            <pc:docMk/>
            <pc:sldMk cId="3590019769" sldId="299"/>
            <ac:spMk id="3" creationId="{17C7E56F-C7AE-B992-8F5E-7224A1C81C7F}"/>
          </ac:spMkLst>
        </pc:spChg>
        <pc:spChg chg="del mod">
          <ac:chgData name="Doucoure Sékou" userId="dbdfe042b34fbcd3" providerId="LiveId" clId="{DBE2FB79-7E0D-4C27-94C7-E5149F4E0993}" dt="2026-03-10T23:33:59.076" v="3039" actId="478"/>
          <ac:spMkLst>
            <pc:docMk/>
            <pc:sldMk cId="3590019769" sldId="299"/>
            <ac:spMk id="5" creationId="{AD8A0744-4118-DAAF-FA65-62A84DEFA301}"/>
          </ac:spMkLst>
        </pc:spChg>
        <pc:spChg chg="mod">
          <ac:chgData name="Doucoure Sékou" userId="dbdfe042b34fbcd3" providerId="LiveId" clId="{DBE2FB79-7E0D-4C27-94C7-E5149F4E0993}" dt="2026-03-16T19:39:15.037" v="7361"/>
          <ac:spMkLst>
            <pc:docMk/>
            <pc:sldMk cId="3590019769" sldId="299"/>
            <ac:spMk id="20" creationId="{9C18444F-51BF-7B94-02D7-73CD1D255997}"/>
          </ac:spMkLst>
        </pc:spChg>
        <pc:spChg chg="mod">
          <ac:chgData name="Doucoure Sékou" userId="dbdfe042b34fbcd3" providerId="LiveId" clId="{DBE2FB79-7E0D-4C27-94C7-E5149F4E0993}" dt="2026-03-16T19:39:15.037" v="7361"/>
          <ac:spMkLst>
            <pc:docMk/>
            <pc:sldMk cId="3590019769" sldId="299"/>
            <ac:spMk id="22" creationId="{657B78EC-2DAD-F9F8-DF69-2FCE88B414E2}"/>
          </ac:spMkLst>
        </pc:spChg>
        <pc:spChg chg="mod">
          <ac:chgData name="Doucoure Sékou" userId="dbdfe042b34fbcd3" providerId="LiveId" clId="{DBE2FB79-7E0D-4C27-94C7-E5149F4E0993}" dt="2026-03-16T19:39:15.037" v="7361"/>
          <ac:spMkLst>
            <pc:docMk/>
            <pc:sldMk cId="3590019769" sldId="299"/>
            <ac:spMk id="26" creationId="{BCDB37FA-8942-E7EF-4687-4C419A3EB34A}"/>
          </ac:spMkLst>
        </pc:spChg>
        <pc:spChg chg="mod">
          <ac:chgData name="Doucoure Sékou" userId="dbdfe042b34fbcd3" providerId="LiveId" clId="{DBE2FB79-7E0D-4C27-94C7-E5149F4E0993}" dt="2026-03-16T19:39:15.037" v="7361"/>
          <ac:spMkLst>
            <pc:docMk/>
            <pc:sldMk cId="3590019769" sldId="299"/>
            <ac:spMk id="31" creationId="{600369A0-01EA-CDB2-63DD-FC651FF9E092}"/>
          </ac:spMkLst>
        </pc:spChg>
        <pc:spChg chg="mod">
          <ac:chgData name="Doucoure Sékou" userId="dbdfe042b34fbcd3" providerId="LiveId" clId="{DBE2FB79-7E0D-4C27-94C7-E5149F4E0993}" dt="2026-03-16T19:39:15.037" v="7361"/>
          <ac:spMkLst>
            <pc:docMk/>
            <pc:sldMk cId="3590019769" sldId="299"/>
            <ac:spMk id="32" creationId="{D83E62C1-58A8-1FCC-8D3E-B1417890B047}"/>
          </ac:spMkLst>
        </pc:spChg>
        <pc:spChg chg="mod">
          <ac:chgData name="Doucoure Sékou" userId="dbdfe042b34fbcd3" providerId="LiveId" clId="{DBE2FB79-7E0D-4C27-94C7-E5149F4E0993}" dt="2026-03-16T19:39:15.037" v="7361"/>
          <ac:spMkLst>
            <pc:docMk/>
            <pc:sldMk cId="3590019769" sldId="299"/>
            <ac:spMk id="33" creationId="{7D8D19A0-3F39-4539-A46F-646C0D30C413}"/>
          </ac:spMkLst>
        </pc:spChg>
        <pc:spChg chg="mod">
          <ac:chgData name="Doucoure Sékou" userId="dbdfe042b34fbcd3" providerId="LiveId" clId="{DBE2FB79-7E0D-4C27-94C7-E5149F4E0993}" dt="2026-03-16T19:39:15.037" v="7361"/>
          <ac:spMkLst>
            <pc:docMk/>
            <pc:sldMk cId="3590019769" sldId="299"/>
            <ac:spMk id="34" creationId="{47525008-CB66-3BCE-9D38-143A846437A1}"/>
          </ac:spMkLst>
        </pc:spChg>
        <pc:spChg chg="mod">
          <ac:chgData name="Doucoure Sékou" userId="dbdfe042b34fbcd3" providerId="LiveId" clId="{DBE2FB79-7E0D-4C27-94C7-E5149F4E0993}" dt="2026-03-16T19:39:15.037" v="7361"/>
          <ac:spMkLst>
            <pc:docMk/>
            <pc:sldMk cId="3590019769" sldId="299"/>
            <ac:spMk id="35" creationId="{1183FA59-F0EF-AECF-3AC1-378F79A216DE}"/>
          </ac:spMkLst>
        </pc:spChg>
        <pc:spChg chg="mod">
          <ac:chgData name="Doucoure Sékou" userId="dbdfe042b34fbcd3" providerId="LiveId" clId="{DBE2FB79-7E0D-4C27-94C7-E5149F4E0993}" dt="2026-03-16T19:39:15.037" v="7361"/>
          <ac:spMkLst>
            <pc:docMk/>
            <pc:sldMk cId="3590019769" sldId="299"/>
            <ac:spMk id="36" creationId="{342199AF-B1A7-DA4C-8DFD-FC1B91FC76B4}"/>
          </ac:spMkLst>
        </pc:spChg>
        <pc:spChg chg="mod">
          <ac:chgData name="Doucoure Sékou" userId="dbdfe042b34fbcd3" providerId="LiveId" clId="{DBE2FB79-7E0D-4C27-94C7-E5149F4E0993}" dt="2026-03-16T19:39:15.037" v="7361"/>
          <ac:spMkLst>
            <pc:docMk/>
            <pc:sldMk cId="3590019769" sldId="299"/>
            <ac:spMk id="43" creationId="{1064D948-562E-E861-D3B4-BC3AC06C42ED}"/>
          </ac:spMkLst>
        </pc:spChg>
        <pc:spChg chg="mod">
          <ac:chgData name="Doucoure Sékou" userId="dbdfe042b34fbcd3" providerId="LiveId" clId="{DBE2FB79-7E0D-4C27-94C7-E5149F4E0993}" dt="2026-03-16T19:39:15.037" v="7361"/>
          <ac:spMkLst>
            <pc:docMk/>
            <pc:sldMk cId="3590019769" sldId="299"/>
            <ac:spMk id="44" creationId="{06F76886-9511-4F52-C423-2C082CE6CFD0}"/>
          </ac:spMkLst>
        </pc:spChg>
        <pc:graphicFrameChg chg="add del modGraphic">
          <ac:chgData name="Doucoure Sékou" userId="dbdfe042b34fbcd3" providerId="LiveId" clId="{DBE2FB79-7E0D-4C27-94C7-E5149F4E0993}" dt="2026-03-09T23:07:23.309" v="1790" actId="1032"/>
          <ac:graphicFrameMkLst>
            <pc:docMk/>
            <pc:sldMk cId="3590019769" sldId="299"/>
            <ac:graphicFrameMk id="3" creationId="{001F8AA8-11ED-E6DA-D88E-89A27EE3FA46}"/>
          </ac:graphicFrameMkLst>
        </pc:graphicFrameChg>
        <pc:graphicFrameChg chg="mod modGraphic">
          <ac:chgData name="Doucoure Sékou" userId="dbdfe042b34fbcd3" providerId="LiveId" clId="{DBE2FB79-7E0D-4C27-94C7-E5149F4E0993}" dt="2026-03-16T19:39:15.037" v="7361"/>
          <ac:graphicFrameMkLst>
            <pc:docMk/>
            <pc:sldMk cId="3590019769" sldId="299"/>
            <ac:graphicFrameMk id="172" creationId="{0AEF5046-9807-57AB-DEBD-30FB536478D1}"/>
          </ac:graphicFrameMkLst>
        </pc:graphicFrameChg>
        <pc:picChg chg="del">
          <ac:chgData name="Doucoure Sékou" userId="dbdfe042b34fbcd3" providerId="LiveId" clId="{DBE2FB79-7E0D-4C27-94C7-E5149F4E0993}" dt="2026-03-09T22:16:23.010" v="1615" actId="478"/>
          <ac:picMkLst>
            <pc:docMk/>
            <pc:sldMk cId="3590019769" sldId="299"/>
            <ac:picMk id="2" creationId="{B04749D8-25A0-7507-23CE-A64FE4833959}"/>
          </ac:picMkLst>
        </pc:picChg>
        <pc:picChg chg="add mod">
          <ac:chgData name="Doucoure Sékou" userId="dbdfe042b34fbcd3" providerId="LiveId" clId="{DBE2FB79-7E0D-4C27-94C7-E5149F4E0993}" dt="2026-03-16T19:39:15.037" v="7361"/>
          <ac:picMkLst>
            <pc:docMk/>
            <pc:sldMk cId="3590019769" sldId="299"/>
            <ac:picMk id="2" creationId="{DBEFD354-A55C-2ED3-6804-DAFDDB5EC722}"/>
          </ac:picMkLst>
        </pc:picChg>
        <pc:picChg chg="del">
          <ac:chgData name="Doucoure Sékou" userId="dbdfe042b34fbcd3" providerId="LiveId" clId="{DBE2FB79-7E0D-4C27-94C7-E5149F4E0993}" dt="2026-03-12T11:06:02.191" v="4917" actId="478"/>
          <ac:picMkLst>
            <pc:docMk/>
            <pc:sldMk cId="3590019769" sldId="299"/>
            <ac:picMk id="25" creationId="{D3A81DDC-9BAF-90CD-1A75-56DB2B60F188}"/>
          </ac:picMkLst>
        </pc:picChg>
        <pc:picChg chg="del">
          <ac:chgData name="Doucoure Sékou" userId="dbdfe042b34fbcd3" providerId="LiveId" clId="{DBE2FB79-7E0D-4C27-94C7-E5149F4E0993}" dt="2026-03-14T16:38:56.263" v="5809" actId="478"/>
          <ac:picMkLst>
            <pc:docMk/>
            <pc:sldMk cId="3590019769" sldId="299"/>
            <ac:picMk id="37" creationId="{2EDAE486-786C-7FA7-0440-5EEE6B4A477D}"/>
          </ac:picMkLst>
        </pc:picChg>
        <pc:picChg chg="add mod">
          <ac:chgData name="Doucoure Sékou" userId="dbdfe042b34fbcd3" providerId="LiveId" clId="{DBE2FB79-7E0D-4C27-94C7-E5149F4E0993}" dt="2026-03-16T19:39:15.037" v="7361"/>
          <ac:picMkLst>
            <pc:docMk/>
            <pc:sldMk cId="3590019769" sldId="299"/>
            <ac:picMk id="2056" creationId="{DCA4F0F6-5B64-AFF1-F945-6DA528D8F166}"/>
          </ac:picMkLst>
        </pc:picChg>
      </pc:sldChg>
      <pc:sldChg chg="addSp delSp modSp add mod modTransition modAnim modNotes">
        <pc:chgData name="Doucoure Sékou" userId="dbdfe042b34fbcd3" providerId="LiveId" clId="{DBE2FB79-7E0D-4C27-94C7-E5149F4E0993}" dt="2026-03-16T19:39:15.037" v="7361"/>
        <pc:sldMkLst>
          <pc:docMk/>
          <pc:sldMk cId="3093770518" sldId="300"/>
        </pc:sldMkLst>
        <pc:spChg chg="add">
          <ac:chgData name="Doucoure Sékou" userId="dbdfe042b34fbcd3" providerId="LiveId" clId="{DBE2FB79-7E0D-4C27-94C7-E5149F4E0993}" dt="2026-03-09T23:14:15.160" v="1818"/>
          <ac:spMkLst>
            <pc:docMk/>
            <pc:sldMk cId="3093770518" sldId="300"/>
            <ac:spMk id="2" creationId="{5C41823B-1A72-D8C2-4BC2-A2BDD0E8B8CA}"/>
          </ac:spMkLst>
        </pc:spChg>
        <pc:spChg chg="add mod">
          <ac:chgData name="Doucoure Sékou" userId="dbdfe042b34fbcd3" providerId="LiveId" clId="{DBE2FB79-7E0D-4C27-94C7-E5149F4E0993}" dt="2026-03-16T19:39:15.037" v="7361"/>
          <ac:spMkLst>
            <pc:docMk/>
            <pc:sldMk cId="3093770518" sldId="300"/>
            <ac:spMk id="3" creationId="{5AFC6501-BE21-A56E-D884-95E42A1242F8}"/>
          </ac:spMkLst>
        </pc:spChg>
        <pc:spChg chg="del mod">
          <ac:chgData name="Doucoure Sékou" userId="dbdfe042b34fbcd3" providerId="LiveId" clId="{DBE2FB79-7E0D-4C27-94C7-E5149F4E0993}" dt="2026-03-09T23:01:40.123" v="1770" actId="478"/>
          <ac:spMkLst>
            <pc:docMk/>
            <pc:sldMk cId="3093770518" sldId="300"/>
            <ac:spMk id="5" creationId="{0924D2CC-49C5-36E5-8156-34EB8E7A2AE6}"/>
          </ac:spMkLst>
        </pc:spChg>
        <pc:spChg chg="mod">
          <ac:chgData name="Doucoure Sékou" userId="dbdfe042b34fbcd3" providerId="LiveId" clId="{DBE2FB79-7E0D-4C27-94C7-E5149F4E0993}" dt="2026-03-16T19:39:15.037" v="7361"/>
          <ac:spMkLst>
            <pc:docMk/>
            <pc:sldMk cId="3093770518" sldId="300"/>
            <ac:spMk id="20" creationId="{CAC17A97-BB2B-CCE6-CFC5-063D279B7FDE}"/>
          </ac:spMkLst>
        </pc:spChg>
        <pc:spChg chg="mod">
          <ac:chgData name="Doucoure Sékou" userId="dbdfe042b34fbcd3" providerId="LiveId" clId="{DBE2FB79-7E0D-4C27-94C7-E5149F4E0993}" dt="2026-03-16T19:39:15.037" v="7361"/>
          <ac:spMkLst>
            <pc:docMk/>
            <pc:sldMk cId="3093770518" sldId="300"/>
            <ac:spMk id="22" creationId="{D72FB52A-99E5-AC0E-6E90-6B95CF917BC1}"/>
          </ac:spMkLst>
        </pc:spChg>
        <pc:spChg chg="mod">
          <ac:chgData name="Doucoure Sékou" userId="dbdfe042b34fbcd3" providerId="LiveId" clId="{DBE2FB79-7E0D-4C27-94C7-E5149F4E0993}" dt="2026-03-16T19:39:15.037" v="7361"/>
          <ac:spMkLst>
            <pc:docMk/>
            <pc:sldMk cId="3093770518" sldId="300"/>
            <ac:spMk id="26" creationId="{C2566D5C-7004-30DE-BC06-CFDF83AB225A}"/>
          </ac:spMkLst>
        </pc:spChg>
        <pc:spChg chg="mod">
          <ac:chgData name="Doucoure Sékou" userId="dbdfe042b34fbcd3" providerId="LiveId" clId="{DBE2FB79-7E0D-4C27-94C7-E5149F4E0993}" dt="2026-03-16T19:39:15.037" v="7361"/>
          <ac:spMkLst>
            <pc:docMk/>
            <pc:sldMk cId="3093770518" sldId="300"/>
            <ac:spMk id="31" creationId="{08D0309C-D5A4-FEAA-E7A6-EE669B95CB07}"/>
          </ac:spMkLst>
        </pc:spChg>
        <pc:spChg chg="mod">
          <ac:chgData name="Doucoure Sékou" userId="dbdfe042b34fbcd3" providerId="LiveId" clId="{DBE2FB79-7E0D-4C27-94C7-E5149F4E0993}" dt="2026-03-16T19:39:15.037" v="7361"/>
          <ac:spMkLst>
            <pc:docMk/>
            <pc:sldMk cId="3093770518" sldId="300"/>
            <ac:spMk id="32" creationId="{8518D355-819C-1350-696D-A7B5549BB021}"/>
          </ac:spMkLst>
        </pc:spChg>
        <pc:spChg chg="mod">
          <ac:chgData name="Doucoure Sékou" userId="dbdfe042b34fbcd3" providerId="LiveId" clId="{DBE2FB79-7E0D-4C27-94C7-E5149F4E0993}" dt="2026-03-16T19:39:15.037" v="7361"/>
          <ac:spMkLst>
            <pc:docMk/>
            <pc:sldMk cId="3093770518" sldId="300"/>
            <ac:spMk id="33" creationId="{05E6C8EF-156A-3092-C136-D40B6E34C2E6}"/>
          </ac:spMkLst>
        </pc:spChg>
        <pc:spChg chg="mod">
          <ac:chgData name="Doucoure Sékou" userId="dbdfe042b34fbcd3" providerId="LiveId" clId="{DBE2FB79-7E0D-4C27-94C7-E5149F4E0993}" dt="2026-03-16T19:39:15.037" v="7361"/>
          <ac:spMkLst>
            <pc:docMk/>
            <pc:sldMk cId="3093770518" sldId="300"/>
            <ac:spMk id="34" creationId="{9DE2761B-59E8-C810-CC5C-59CD8AA4D4E6}"/>
          </ac:spMkLst>
        </pc:spChg>
        <pc:spChg chg="mod">
          <ac:chgData name="Doucoure Sékou" userId="dbdfe042b34fbcd3" providerId="LiveId" clId="{DBE2FB79-7E0D-4C27-94C7-E5149F4E0993}" dt="2026-03-16T19:39:15.037" v="7361"/>
          <ac:spMkLst>
            <pc:docMk/>
            <pc:sldMk cId="3093770518" sldId="300"/>
            <ac:spMk id="35" creationId="{D892AE38-AFD8-C06F-5115-59463D93CFEE}"/>
          </ac:spMkLst>
        </pc:spChg>
        <pc:spChg chg="mod">
          <ac:chgData name="Doucoure Sékou" userId="dbdfe042b34fbcd3" providerId="LiveId" clId="{DBE2FB79-7E0D-4C27-94C7-E5149F4E0993}" dt="2026-03-16T19:39:15.037" v="7361"/>
          <ac:spMkLst>
            <pc:docMk/>
            <pc:sldMk cId="3093770518" sldId="300"/>
            <ac:spMk id="36" creationId="{97CE66AD-4A7B-F93A-9194-DCB982C73096}"/>
          </ac:spMkLst>
        </pc:spChg>
        <pc:spChg chg="mod">
          <ac:chgData name="Doucoure Sékou" userId="dbdfe042b34fbcd3" providerId="LiveId" clId="{DBE2FB79-7E0D-4C27-94C7-E5149F4E0993}" dt="2026-03-16T19:39:15.037" v="7361"/>
          <ac:spMkLst>
            <pc:docMk/>
            <pc:sldMk cId="3093770518" sldId="300"/>
            <ac:spMk id="43" creationId="{00A54C2F-4C33-A42F-3657-8CAA80555530}"/>
          </ac:spMkLst>
        </pc:spChg>
        <pc:spChg chg="mod">
          <ac:chgData name="Doucoure Sékou" userId="dbdfe042b34fbcd3" providerId="LiveId" clId="{DBE2FB79-7E0D-4C27-94C7-E5149F4E0993}" dt="2026-03-16T19:39:15.037" v="7361"/>
          <ac:spMkLst>
            <pc:docMk/>
            <pc:sldMk cId="3093770518" sldId="300"/>
            <ac:spMk id="44" creationId="{5AD89F8A-29F4-91DD-C7E6-E265066E396F}"/>
          </ac:spMkLst>
        </pc:spChg>
        <pc:graphicFrameChg chg="mod modGraphic">
          <ac:chgData name="Doucoure Sékou" userId="dbdfe042b34fbcd3" providerId="LiveId" clId="{DBE2FB79-7E0D-4C27-94C7-E5149F4E0993}" dt="2026-03-16T19:39:15.037" v="7361"/>
          <ac:graphicFrameMkLst>
            <pc:docMk/>
            <pc:sldMk cId="3093770518" sldId="300"/>
            <ac:graphicFrameMk id="172" creationId="{39B1B232-696F-5B9A-7710-FC4A0BBE06F3}"/>
          </ac:graphicFrameMkLst>
        </pc:graphicFrameChg>
        <pc:picChg chg="add mod">
          <ac:chgData name="Doucoure Sékou" userId="dbdfe042b34fbcd3" providerId="LiveId" clId="{DBE2FB79-7E0D-4C27-94C7-E5149F4E0993}" dt="2026-03-16T19:39:15.037" v="7361"/>
          <ac:picMkLst>
            <pc:docMk/>
            <pc:sldMk cId="3093770518" sldId="300"/>
            <ac:picMk id="2" creationId="{90D7F96A-1BD6-6FEF-D7E7-DF43209269A6}"/>
          </ac:picMkLst>
        </pc:picChg>
        <pc:picChg chg="add mod">
          <ac:chgData name="Doucoure Sékou" userId="dbdfe042b34fbcd3" providerId="LiveId" clId="{DBE2FB79-7E0D-4C27-94C7-E5149F4E0993}" dt="2026-03-09T23:23:56.220" v="1846"/>
          <ac:picMkLst>
            <pc:docMk/>
            <pc:sldMk cId="3093770518" sldId="300"/>
            <ac:picMk id="3" creationId="{0BE77FA2-1FDF-8825-532C-C8A35A577542}"/>
          </ac:picMkLst>
        </pc:picChg>
        <pc:picChg chg="add mod">
          <ac:chgData name="Doucoure Sékou" userId="dbdfe042b34fbcd3" providerId="LiveId" clId="{DBE2FB79-7E0D-4C27-94C7-E5149F4E0993}" dt="2026-03-16T19:39:15.037" v="7361"/>
          <ac:picMkLst>
            <pc:docMk/>
            <pc:sldMk cId="3093770518" sldId="300"/>
            <ac:picMk id="4" creationId="{3BAEE0E5-21AF-658C-7327-CE459BFEB013}"/>
          </ac:picMkLst>
        </pc:picChg>
        <pc:picChg chg="del">
          <ac:chgData name="Doucoure Sékou" userId="dbdfe042b34fbcd3" providerId="LiveId" clId="{DBE2FB79-7E0D-4C27-94C7-E5149F4E0993}" dt="2026-03-12T11:06:27.027" v="4919" actId="478"/>
          <ac:picMkLst>
            <pc:docMk/>
            <pc:sldMk cId="3093770518" sldId="300"/>
            <ac:picMk id="25" creationId="{AA3937D4-9104-BDA3-9CCF-5166A4ED7AEF}"/>
          </ac:picMkLst>
        </pc:picChg>
        <pc:picChg chg="del">
          <ac:chgData name="Doucoure Sékou" userId="dbdfe042b34fbcd3" providerId="LiveId" clId="{DBE2FB79-7E0D-4C27-94C7-E5149F4E0993}" dt="2026-03-14T16:39:04.490" v="5811" actId="478"/>
          <ac:picMkLst>
            <pc:docMk/>
            <pc:sldMk cId="3093770518" sldId="300"/>
            <ac:picMk id="37" creationId="{B8223AF9-5BAC-3FE6-3919-DCECEDB25DF6}"/>
          </ac:picMkLst>
        </pc:picChg>
        <pc:picChg chg="add">
          <ac:chgData name="Doucoure Sékou" userId="dbdfe042b34fbcd3" providerId="LiveId" clId="{DBE2FB79-7E0D-4C27-94C7-E5149F4E0993}" dt="2026-03-09T22:28:22.458" v="1663"/>
          <ac:picMkLst>
            <pc:docMk/>
            <pc:sldMk cId="3093770518" sldId="300"/>
            <ac:picMk id="2050" creationId="{665A78C3-AF11-5026-F3A3-4B47F28F7589}"/>
          </ac:picMkLst>
        </pc:picChg>
        <pc:picChg chg="add mod">
          <ac:chgData name="Doucoure Sékou" userId="dbdfe042b34fbcd3" providerId="LiveId" clId="{DBE2FB79-7E0D-4C27-94C7-E5149F4E0993}" dt="2026-03-09T22:28:37.548" v="1670" actId="1076"/>
          <ac:picMkLst>
            <pc:docMk/>
            <pc:sldMk cId="3093770518" sldId="300"/>
            <ac:picMk id="2052" creationId="{D7096121-EAC2-AAE8-AEF7-0ED7A0430D35}"/>
          </ac:picMkLst>
        </pc:picChg>
        <pc:picChg chg="add del mod">
          <ac:chgData name="Doucoure Sékou" userId="dbdfe042b34fbcd3" providerId="LiveId" clId="{DBE2FB79-7E0D-4C27-94C7-E5149F4E0993}" dt="2026-03-09T22:31:43.342" v="1694" actId="478"/>
          <ac:picMkLst>
            <pc:docMk/>
            <pc:sldMk cId="3093770518" sldId="300"/>
            <ac:picMk id="2054" creationId="{52A897E6-1E50-C51F-B36F-B61D8596C993}"/>
          </ac:picMkLst>
        </pc:picChg>
        <pc:picChg chg="add del mod">
          <ac:chgData name="Doucoure Sékou" userId="dbdfe042b34fbcd3" providerId="LiveId" clId="{DBE2FB79-7E0D-4C27-94C7-E5149F4E0993}" dt="2026-03-09T22:58:56.272" v="1731" actId="21"/>
          <ac:picMkLst>
            <pc:docMk/>
            <pc:sldMk cId="3093770518" sldId="300"/>
            <ac:picMk id="2056" creationId="{DCA4F0F6-5B64-AFF1-F945-6DA528D8F166}"/>
          </ac:picMkLst>
        </pc:picChg>
      </pc:sldChg>
      <pc:sldChg chg="addSp delSp modSp add del mod modTransition delAnim modAnim">
        <pc:chgData name="Doucoure Sékou" userId="dbdfe042b34fbcd3" providerId="LiveId" clId="{DBE2FB79-7E0D-4C27-94C7-E5149F4E0993}" dt="2026-03-16T15:39:54.301" v="7287" actId="2696"/>
        <pc:sldMkLst>
          <pc:docMk/>
          <pc:sldMk cId="1731139338" sldId="301"/>
        </pc:sldMkLst>
        <pc:spChg chg="del mod">
          <ac:chgData name="Doucoure Sékou" userId="dbdfe042b34fbcd3" providerId="LiveId" clId="{DBE2FB79-7E0D-4C27-94C7-E5149F4E0993}" dt="2026-03-09T23:28:00.439" v="1889" actId="478"/>
          <ac:spMkLst>
            <pc:docMk/>
            <pc:sldMk cId="1731139338" sldId="301"/>
            <ac:spMk id="5" creationId="{88F090D9-2199-6454-2898-94A9706361E4}"/>
          </ac:spMkLst>
        </pc:spChg>
        <pc:spChg chg="mod">
          <ac:chgData name="Doucoure Sékou" userId="dbdfe042b34fbcd3" providerId="LiveId" clId="{DBE2FB79-7E0D-4C27-94C7-E5149F4E0993}" dt="2026-03-12T11:07:10.811" v="4924"/>
          <ac:spMkLst>
            <pc:docMk/>
            <pc:sldMk cId="1731139338" sldId="301"/>
            <ac:spMk id="22" creationId="{2EDE6198-3ACB-1146-6010-07614451C146}"/>
          </ac:spMkLst>
        </pc:spChg>
        <pc:spChg chg="mod">
          <ac:chgData name="Doucoure Sékou" userId="dbdfe042b34fbcd3" providerId="LiveId" clId="{DBE2FB79-7E0D-4C27-94C7-E5149F4E0993}" dt="2026-03-14T18:09:46.733" v="7029" actId="6549"/>
          <ac:spMkLst>
            <pc:docMk/>
            <pc:sldMk cId="1731139338" sldId="301"/>
            <ac:spMk id="26" creationId="{E2CD58E5-3084-9599-F622-830C5BB42CCB}"/>
          </ac:spMkLst>
        </pc:spChg>
        <pc:graphicFrameChg chg="mod modGraphic">
          <ac:chgData name="Doucoure Sékou" userId="dbdfe042b34fbcd3" providerId="LiveId" clId="{DBE2FB79-7E0D-4C27-94C7-E5149F4E0993}" dt="2026-03-14T16:59:03.179" v="5897" actId="20577"/>
          <ac:graphicFrameMkLst>
            <pc:docMk/>
            <pc:sldMk cId="1731139338" sldId="301"/>
            <ac:graphicFrameMk id="172" creationId="{3E72E880-782C-5666-7A59-D0A81FA43C0D}"/>
          </ac:graphicFrameMkLst>
        </pc:graphicFrameChg>
        <pc:picChg chg="add del mod">
          <ac:chgData name="Doucoure Sékou" userId="dbdfe042b34fbcd3" providerId="LiveId" clId="{DBE2FB79-7E0D-4C27-94C7-E5149F4E0993}" dt="2026-03-16T15:37:10.029" v="7264" actId="21"/>
          <ac:picMkLst>
            <pc:docMk/>
            <pc:sldMk cId="1731139338" sldId="301"/>
            <ac:picMk id="2" creationId="{3BAEE0E5-21AF-658C-7327-CE459BFEB013}"/>
          </ac:picMkLst>
        </pc:picChg>
        <pc:picChg chg="add mod">
          <ac:chgData name="Doucoure Sékou" userId="dbdfe042b34fbcd3" providerId="LiveId" clId="{DBE2FB79-7E0D-4C27-94C7-E5149F4E0993}" dt="2026-03-14T16:39:32.925" v="5814"/>
          <ac:picMkLst>
            <pc:docMk/>
            <pc:sldMk cId="1731139338" sldId="301"/>
            <ac:picMk id="3" creationId="{0D40631F-50F2-1D9E-1097-2FCE2A8ABD03}"/>
          </ac:picMkLst>
        </pc:picChg>
        <pc:picChg chg="add del">
          <ac:chgData name="Doucoure Sékou" userId="dbdfe042b34fbcd3" providerId="LiveId" clId="{DBE2FB79-7E0D-4C27-94C7-E5149F4E0993}" dt="2026-03-09T23:24:39.976" v="1853" actId="22"/>
          <ac:picMkLst>
            <pc:docMk/>
            <pc:sldMk cId="1731139338" sldId="301"/>
            <ac:picMk id="4" creationId="{FFA91BA7-0EA6-2F81-544B-54FF94682AB5}"/>
          </ac:picMkLst>
        </pc:picChg>
        <pc:picChg chg="add del">
          <ac:chgData name="Doucoure Sékou" userId="dbdfe042b34fbcd3" providerId="LiveId" clId="{DBE2FB79-7E0D-4C27-94C7-E5149F4E0993}" dt="2026-03-09T23:24:46.955" v="1855" actId="22"/>
          <ac:picMkLst>
            <pc:docMk/>
            <pc:sldMk cId="1731139338" sldId="301"/>
            <ac:picMk id="7" creationId="{29425D6D-31F1-CBEA-DA50-3A0C2978B212}"/>
          </ac:picMkLst>
        </pc:picChg>
        <pc:picChg chg="del">
          <ac:chgData name="Doucoure Sékou" userId="dbdfe042b34fbcd3" providerId="LiveId" clId="{DBE2FB79-7E0D-4C27-94C7-E5149F4E0993}" dt="2026-03-12T11:06:43.962" v="4922" actId="478"/>
          <ac:picMkLst>
            <pc:docMk/>
            <pc:sldMk cId="1731139338" sldId="301"/>
            <ac:picMk id="25" creationId="{98A631C5-A665-7A11-8F2E-351AAAFC51D9}"/>
          </ac:picMkLst>
        </pc:picChg>
        <pc:picChg chg="del">
          <ac:chgData name="Doucoure Sékou" userId="dbdfe042b34fbcd3" providerId="LiveId" clId="{DBE2FB79-7E0D-4C27-94C7-E5149F4E0993}" dt="2026-03-14T16:39:31.603" v="5813" actId="478"/>
          <ac:picMkLst>
            <pc:docMk/>
            <pc:sldMk cId="1731139338" sldId="301"/>
            <ac:picMk id="37" creationId="{81E775E4-88C9-10F4-EE2A-BE8EA09B4DA0}"/>
          </ac:picMkLst>
        </pc:picChg>
        <pc:picChg chg="del">
          <ac:chgData name="Doucoure Sékou" userId="dbdfe042b34fbcd3" providerId="LiveId" clId="{DBE2FB79-7E0D-4C27-94C7-E5149F4E0993}" dt="2026-03-09T23:24:06.453" v="1847" actId="478"/>
          <ac:picMkLst>
            <pc:docMk/>
            <pc:sldMk cId="1731139338" sldId="301"/>
            <ac:picMk id="2056" creationId="{617AA359-9570-6289-84FC-0252A3DCA8E8}"/>
          </ac:picMkLst>
        </pc:picChg>
      </pc:sldChg>
      <pc:sldChg chg="addSp delSp modSp add mod modTransition modAnim modNotes">
        <pc:chgData name="Doucoure Sékou" userId="dbdfe042b34fbcd3" providerId="LiveId" clId="{DBE2FB79-7E0D-4C27-94C7-E5149F4E0993}" dt="2026-03-16T19:39:15.037" v="7361"/>
        <pc:sldMkLst>
          <pc:docMk/>
          <pc:sldMk cId="2921607560" sldId="302"/>
        </pc:sldMkLst>
        <pc:spChg chg="add del mod">
          <ac:chgData name="Doucoure Sékou" userId="dbdfe042b34fbcd3" providerId="LiveId" clId="{DBE2FB79-7E0D-4C27-94C7-E5149F4E0993}" dt="2026-03-16T19:39:15.037" v="7361"/>
          <ac:spMkLst>
            <pc:docMk/>
            <pc:sldMk cId="2921607560" sldId="302"/>
            <ac:spMk id="3" creationId="{E456BF55-6D93-F8A8-E580-C945E5619FA6}"/>
          </ac:spMkLst>
        </pc:spChg>
        <pc:spChg chg="add del mod">
          <ac:chgData name="Doucoure Sékou" userId="dbdfe042b34fbcd3" providerId="LiveId" clId="{DBE2FB79-7E0D-4C27-94C7-E5149F4E0993}" dt="2026-03-09T23:42:04.156" v="2049" actId="478"/>
          <ac:spMkLst>
            <pc:docMk/>
            <pc:sldMk cId="2921607560" sldId="302"/>
            <ac:spMk id="4" creationId="{E456BF55-6D93-F8A8-E580-C945E5619FA6}"/>
          </ac:spMkLst>
        </pc:spChg>
        <pc:spChg chg="del mod">
          <ac:chgData name="Doucoure Sékou" userId="dbdfe042b34fbcd3" providerId="LiveId" clId="{DBE2FB79-7E0D-4C27-94C7-E5149F4E0993}" dt="2026-03-09T23:29:14.301" v="1911" actId="478"/>
          <ac:spMkLst>
            <pc:docMk/>
            <pc:sldMk cId="2921607560" sldId="302"/>
            <ac:spMk id="5" creationId="{E296F7E0-F2C8-8B80-8719-FFBCDF6C2141}"/>
          </ac:spMkLst>
        </pc:spChg>
        <pc:spChg chg="add mod">
          <ac:chgData name="Doucoure Sékou" userId="dbdfe042b34fbcd3" providerId="LiveId" clId="{DBE2FB79-7E0D-4C27-94C7-E5149F4E0993}" dt="2026-03-16T19:39:15.037" v="7361"/>
          <ac:spMkLst>
            <pc:docMk/>
            <pc:sldMk cId="2921607560" sldId="302"/>
            <ac:spMk id="6" creationId="{6A0647C7-3234-5EB2-F650-17E898DB751D}"/>
          </ac:spMkLst>
        </pc:spChg>
        <pc:spChg chg="add mod">
          <ac:chgData name="Doucoure Sékou" userId="dbdfe042b34fbcd3" providerId="LiveId" clId="{DBE2FB79-7E0D-4C27-94C7-E5149F4E0993}" dt="2026-03-09T23:44:48.699" v="2117"/>
          <ac:spMkLst>
            <pc:docMk/>
            <pc:sldMk cId="2921607560" sldId="302"/>
            <ac:spMk id="7" creationId="{BD703799-254A-AF1E-0224-3324244E682A}"/>
          </ac:spMkLst>
        </pc:spChg>
        <pc:spChg chg="add">
          <ac:chgData name="Doucoure Sékou" userId="dbdfe042b34fbcd3" providerId="LiveId" clId="{DBE2FB79-7E0D-4C27-94C7-E5149F4E0993}" dt="2026-03-09T23:46:41.276" v="2156"/>
          <ac:spMkLst>
            <pc:docMk/>
            <pc:sldMk cId="2921607560" sldId="302"/>
            <ac:spMk id="8" creationId="{FE38758B-4B94-61B3-6797-B8C9BBFFDB38}"/>
          </ac:spMkLst>
        </pc:spChg>
        <pc:spChg chg="add">
          <ac:chgData name="Doucoure Sékou" userId="dbdfe042b34fbcd3" providerId="LiveId" clId="{DBE2FB79-7E0D-4C27-94C7-E5149F4E0993}" dt="2026-03-09T23:46:58.921" v="2161"/>
          <ac:spMkLst>
            <pc:docMk/>
            <pc:sldMk cId="2921607560" sldId="302"/>
            <ac:spMk id="9" creationId="{BDEAB3ED-BF2B-1C5D-4F26-FFF555D7DE4F}"/>
          </ac:spMkLst>
        </pc:spChg>
        <pc:spChg chg="add">
          <ac:chgData name="Doucoure Sékou" userId="dbdfe042b34fbcd3" providerId="LiveId" clId="{DBE2FB79-7E0D-4C27-94C7-E5149F4E0993}" dt="2026-03-09T23:47:45.737" v="2190"/>
          <ac:spMkLst>
            <pc:docMk/>
            <pc:sldMk cId="2921607560" sldId="302"/>
            <ac:spMk id="10" creationId="{7229B39D-20F6-AC86-F24D-2BB8AE355A19}"/>
          </ac:spMkLst>
        </pc:spChg>
        <pc:spChg chg="add">
          <ac:chgData name="Doucoure Sékou" userId="dbdfe042b34fbcd3" providerId="LiveId" clId="{DBE2FB79-7E0D-4C27-94C7-E5149F4E0993}" dt="2026-03-09T23:51:41.335" v="2323"/>
          <ac:spMkLst>
            <pc:docMk/>
            <pc:sldMk cId="2921607560" sldId="302"/>
            <ac:spMk id="13" creationId="{D8F93455-4258-3CDD-8FE8-2BF00EB47413}"/>
          </ac:spMkLst>
        </pc:spChg>
        <pc:spChg chg="add">
          <ac:chgData name="Doucoure Sékou" userId="dbdfe042b34fbcd3" providerId="LiveId" clId="{DBE2FB79-7E0D-4C27-94C7-E5149F4E0993}" dt="2026-03-09T23:51:49.875" v="2324"/>
          <ac:spMkLst>
            <pc:docMk/>
            <pc:sldMk cId="2921607560" sldId="302"/>
            <ac:spMk id="14" creationId="{6E882654-0D76-4CE6-5016-C0721F9176D7}"/>
          </ac:spMkLst>
        </pc:spChg>
        <pc:spChg chg="add">
          <ac:chgData name="Doucoure Sékou" userId="dbdfe042b34fbcd3" providerId="LiveId" clId="{DBE2FB79-7E0D-4C27-94C7-E5149F4E0993}" dt="2026-03-09T23:52:09.468" v="2335"/>
          <ac:spMkLst>
            <pc:docMk/>
            <pc:sldMk cId="2921607560" sldId="302"/>
            <ac:spMk id="15" creationId="{26A3DE90-5F0C-E413-19DA-327ED49399DB}"/>
          </ac:spMkLst>
        </pc:spChg>
        <pc:spChg chg="mod">
          <ac:chgData name="Doucoure Sékou" userId="dbdfe042b34fbcd3" providerId="LiveId" clId="{DBE2FB79-7E0D-4C27-94C7-E5149F4E0993}" dt="2026-03-16T19:39:15.037" v="7361"/>
          <ac:spMkLst>
            <pc:docMk/>
            <pc:sldMk cId="2921607560" sldId="302"/>
            <ac:spMk id="20" creationId="{69DE60E2-B245-B468-E61A-C669EE3943DC}"/>
          </ac:spMkLst>
        </pc:spChg>
        <pc:spChg chg="mod">
          <ac:chgData name="Doucoure Sékou" userId="dbdfe042b34fbcd3" providerId="LiveId" clId="{DBE2FB79-7E0D-4C27-94C7-E5149F4E0993}" dt="2026-03-16T19:39:15.037" v="7361"/>
          <ac:spMkLst>
            <pc:docMk/>
            <pc:sldMk cId="2921607560" sldId="302"/>
            <ac:spMk id="22" creationId="{E1B5D6B7-8D62-C6D3-89D1-B2CBECB155F0}"/>
          </ac:spMkLst>
        </pc:spChg>
        <pc:spChg chg="mod">
          <ac:chgData name="Doucoure Sékou" userId="dbdfe042b34fbcd3" providerId="LiveId" clId="{DBE2FB79-7E0D-4C27-94C7-E5149F4E0993}" dt="2026-03-16T19:39:15.037" v="7361"/>
          <ac:spMkLst>
            <pc:docMk/>
            <pc:sldMk cId="2921607560" sldId="302"/>
            <ac:spMk id="26" creationId="{B3599D9F-73CB-321F-05B6-21D21291424D}"/>
          </ac:spMkLst>
        </pc:spChg>
        <pc:spChg chg="mod">
          <ac:chgData name="Doucoure Sékou" userId="dbdfe042b34fbcd3" providerId="LiveId" clId="{DBE2FB79-7E0D-4C27-94C7-E5149F4E0993}" dt="2026-03-16T19:39:15.037" v="7361"/>
          <ac:spMkLst>
            <pc:docMk/>
            <pc:sldMk cId="2921607560" sldId="302"/>
            <ac:spMk id="31" creationId="{338C0643-54EB-4B24-6C0F-C35F4E7B5632}"/>
          </ac:spMkLst>
        </pc:spChg>
        <pc:spChg chg="mod">
          <ac:chgData name="Doucoure Sékou" userId="dbdfe042b34fbcd3" providerId="LiveId" clId="{DBE2FB79-7E0D-4C27-94C7-E5149F4E0993}" dt="2026-03-16T19:39:15.037" v="7361"/>
          <ac:spMkLst>
            <pc:docMk/>
            <pc:sldMk cId="2921607560" sldId="302"/>
            <ac:spMk id="32" creationId="{770B42C7-7D81-259E-AE8D-127636F80A30}"/>
          </ac:spMkLst>
        </pc:spChg>
        <pc:spChg chg="mod">
          <ac:chgData name="Doucoure Sékou" userId="dbdfe042b34fbcd3" providerId="LiveId" clId="{DBE2FB79-7E0D-4C27-94C7-E5149F4E0993}" dt="2026-03-16T19:39:15.037" v="7361"/>
          <ac:spMkLst>
            <pc:docMk/>
            <pc:sldMk cId="2921607560" sldId="302"/>
            <ac:spMk id="33" creationId="{DEDC9D70-11BE-E8CD-39AC-333DA7D9F2AE}"/>
          </ac:spMkLst>
        </pc:spChg>
        <pc:spChg chg="mod">
          <ac:chgData name="Doucoure Sékou" userId="dbdfe042b34fbcd3" providerId="LiveId" clId="{DBE2FB79-7E0D-4C27-94C7-E5149F4E0993}" dt="2026-03-16T19:39:15.037" v="7361"/>
          <ac:spMkLst>
            <pc:docMk/>
            <pc:sldMk cId="2921607560" sldId="302"/>
            <ac:spMk id="34" creationId="{5934A14E-6DF0-55A8-1CC9-D99885086E99}"/>
          </ac:spMkLst>
        </pc:spChg>
        <pc:spChg chg="mod">
          <ac:chgData name="Doucoure Sékou" userId="dbdfe042b34fbcd3" providerId="LiveId" clId="{DBE2FB79-7E0D-4C27-94C7-E5149F4E0993}" dt="2026-03-16T19:39:15.037" v="7361"/>
          <ac:spMkLst>
            <pc:docMk/>
            <pc:sldMk cId="2921607560" sldId="302"/>
            <ac:spMk id="35" creationId="{254C4251-C84B-DD4C-981B-EF73FC262605}"/>
          </ac:spMkLst>
        </pc:spChg>
        <pc:spChg chg="mod">
          <ac:chgData name="Doucoure Sékou" userId="dbdfe042b34fbcd3" providerId="LiveId" clId="{DBE2FB79-7E0D-4C27-94C7-E5149F4E0993}" dt="2026-03-16T19:39:15.037" v="7361"/>
          <ac:spMkLst>
            <pc:docMk/>
            <pc:sldMk cId="2921607560" sldId="302"/>
            <ac:spMk id="36" creationId="{20DC6DD9-DAA0-1E61-3869-214F632C2478}"/>
          </ac:spMkLst>
        </pc:spChg>
        <pc:spChg chg="mod">
          <ac:chgData name="Doucoure Sékou" userId="dbdfe042b34fbcd3" providerId="LiveId" clId="{DBE2FB79-7E0D-4C27-94C7-E5149F4E0993}" dt="2026-03-16T19:39:15.037" v="7361"/>
          <ac:spMkLst>
            <pc:docMk/>
            <pc:sldMk cId="2921607560" sldId="302"/>
            <ac:spMk id="43" creationId="{A18C3D27-25C9-C5B1-9476-924AE8652368}"/>
          </ac:spMkLst>
        </pc:spChg>
        <pc:spChg chg="mod">
          <ac:chgData name="Doucoure Sékou" userId="dbdfe042b34fbcd3" providerId="LiveId" clId="{DBE2FB79-7E0D-4C27-94C7-E5149F4E0993}" dt="2026-03-16T19:39:15.037" v="7361"/>
          <ac:spMkLst>
            <pc:docMk/>
            <pc:sldMk cId="2921607560" sldId="302"/>
            <ac:spMk id="44" creationId="{5225BEAE-E186-896F-10B6-B0CD11944C79}"/>
          </ac:spMkLst>
        </pc:spChg>
        <pc:graphicFrameChg chg="add del modGraphic">
          <ac:chgData name="Doucoure Sékou" userId="dbdfe042b34fbcd3" providerId="LiveId" clId="{DBE2FB79-7E0D-4C27-94C7-E5149F4E0993}" dt="2026-03-09T23:48:09.905" v="2211" actId="27309"/>
          <ac:graphicFrameMkLst>
            <pc:docMk/>
            <pc:sldMk cId="2921607560" sldId="302"/>
            <ac:graphicFrameMk id="12" creationId="{042ABAAB-3689-B07D-5C8B-863376BBCE67}"/>
          </ac:graphicFrameMkLst>
        </pc:graphicFrameChg>
        <pc:graphicFrameChg chg="mod modGraphic">
          <ac:chgData name="Doucoure Sékou" userId="dbdfe042b34fbcd3" providerId="LiveId" clId="{DBE2FB79-7E0D-4C27-94C7-E5149F4E0993}" dt="2026-03-16T19:39:15.037" v="7361"/>
          <ac:graphicFrameMkLst>
            <pc:docMk/>
            <pc:sldMk cId="2921607560" sldId="302"/>
            <ac:graphicFrameMk id="172" creationId="{2191963C-2654-5BB1-8320-B587ECCEDB61}"/>
          </ac:graphicFrameMkLst>
        </pc:graphicFrameChg>
        <pc:picChg chg="del">
          <ac:chgData name="Doucoure Sékou" userId="dbdfe042b34fbcd3" providerId="LiveId" clId="{DBE2FB79-7E0D-4C27-94C7-E5149F4E0993}" dt="2026-03-09T23:30:05.990" v="1912" actId="478"/>
          <ac:picMkLst>
            <pc:docMk/>
            <pc:sldMk cId="2921607560" sldId="302"/>
            <ac:picMk id="2" creationId="{400AAD8E-03F7-C559-0921-7ABDCAC554D0}"/>
          </ac:picMkLst>
        </pc:picChg>
        <pc:picChg chg="add mod">
          <ac:chgData name="Doucoure Sékou" userId="dbdfe042b34fbcd3" providerId="LiveId" clId="{DBE2FB79-7E0D-4C27-94C7-E5149F4E0993}" dt="2026-03-16T19:39:15.037" v="7361"/>
          <ac:picMkLst>
            <pc:docMk/>
            <pc:sldMk cId="2921607560" sldId="302"/>
            <ac:picMk id="2" creationId="{49B4A9F6-9F3B-7FBA-14E3-F99E207E7D37}"/>
          </ac:picMkLst>
        </pc:picChg>
        <pc:picChg chg="del">
          <ac:chgData name="Doucoure Sékou" userId="dbdfe042b34fbcd3" providerId="LiveId" clId="{DBE2FB79-7E0D-4C27-94C7-E5149F4E0993}" dt="2026-03-12T11:07:36.027" v="4929" actId="478"/>
          <ac:picMkLst>
            <pc:docMk/>
            <pc:sldMk cId="2921607560" sldId="302"/>
            <ac:picMk id="25" creationId="{B361EF5D-CB8D-D2F9-3299-D8B563ECAF9A}"/>
          </ac:picMkLst>
        </pc:picChg>
        <pc:picChg chg="del">
          <ac:chgData name="Doucoure Sékou" userId="dbdfe042b34fbcd3" providerId="LiveId" clId="{DBE2FB79-7E0D-4C27-94C7-E5149F4E0993}" dt="2026-03-14T16:39:51.130" v="5815" actId="478"/>
          <ac:picMkLst>
            <pc:docMk/>
            <pc:sldMk cId="2921607560" sldId="302"/>
            <ac:picMk id="37" creationId="{4717DE41-A986-98C5-FB5A-730F5891C1F9}"/>
          </ac:picMkLst>
        </pc:picChg>
      </pc:sldChg>
      <pc:sldChg chg="addSp delSp modSp add del mod">
        <pc:chgData name="Doucoure Sékou" userId="dbdfe042b34fbcd3" providerId="LiveId" clId="{DBE2FB79-7E0D-4C27-94C7-E5149F4E0993}" dt="2026-03-10T00:32:46.946" v="2501" actId="2696"/>
        <pc:sldMkLst>
          <pc:docMk/>
          <pc:sldMk cId="72256202" sldId="303"/>
        </pc:sldMkLst>
        <pc:spChg chg="del">
          <ac:chgData name="Doucoure Sékou" userId="dbdfe042b34fbcd3" providerId="LiveId" clId="{DBE2FB79-7E0D-4C27-94C7-E5149F4E0993}" dt="2026-03-09T23:59:40.127" v="2373" actId="478"/>
          <ac:spMkLst>
            <pc:docMk/>
            <pc:sldMk cId="72256202" sldId="303"/>
            <ac:spMk id="3" creationId="{EE172089-B65A-45B8-AC55-3B74E57793C2}"/>
          </ac:spMkLst>
        </pc:spChg>
        <pc:spChg chg="del">
          <ac:chgData name="Doucoure Sékou" userId="dbdfe042b34fbcd3" providerId="LiveId" clId="{DBE2FB79-7E0D-4C27-94C7-E5149F4E0993}" dt="2026-03-09T23:59:44.432" v="2374" actId="478"/>
          <ac:spMkLst>
            <pc:docMk/>
            <pc:sldMk cId="72256202" sldId="303"/>
            <ac:spMk id="6" creationId="{8266A179-D7C3-6B8F-A09B-22235635C2B6}"/>
          </ac:spMkLst>
        </pc:spChg>
        <pc:spChg chg="mod">
          <ac:chgData name="Doucoure Sékou" userId="dbdfe042b34fbcd3" providerId="LiveId" clId="{DBE2FB79-7E0D-4C27-94C7-E5149F4E0993}" dt="2026-03-10T00:16:37.994" v="2402" actId="20577"/>
          <ac:spMkLst>
            <pc:docMk/>
            <pc:sldMk cId="72256202" sldId="303"/>
            <ac:spMk id="26" creationId="{5B6BC3F8-7982-0755-CFD4-23DA8A1B67C3}"/>
          </ac:spMkLst>
        </pc:spChg>
        <pc:picChg chg="add del mod">
          <ac:chgData name="Doucoure Sékou" userId="dbdfe042b34fbcd3" providerId="LiveId" clId="{DBE2FB79-7E0D-4C27-94C7-E5149F4E0993}" dt="2026-03-10T00:15:17.031" v="2392" actId="478"/>
          <ac:picMkLst>
            <pc:docMk/>
            <pc:sldMk cId="72256202" sldId="303"/>
            <ac:picMk id="4" creationId="{1786B56D-1408-172A-3A90-912A6A416864}"/>
          </ac:picMkLst>
        </pc:picChg>
        <pc:picChg chg="add del">
          <ac:chgData name="Doucoure Sékou" userId="dbdfe042b34fbcd3" providerId="LiveId" clId="{DBE2FB79-7E0D-4C27-94C7-E5149F4E0993}" dt="2026-03-10T00:00:42.179" v="2389" actId="478"/>
          <ac:picMkLst>
            <pc:docMk/>
            <pc:sldMk cId="72256202" sldId="303"/>
            <ac:picMk id="7" creationId="{5030069D-5AC7-1422-8887-7B8A630553D9}"/>
          </ac:picMkLst>
        </pc:picChg>
        <pc:picChg chg="add mod">
          <ac:chgData name="Doucoure Sékou" userId="dbdfe042b34fbcd3" providerId="LiveId" clId="{DBE2FB79-7E0D-4C27-94C7-E5149F4E0993}" dt="2026-03-10T00:15:20.734" v="2394" actId="1076"/>
          <ac:picMkLst>
            <pc:docMk/>
            <pc:sldMk cId="72256202" sldId="303"/>
            <ac:picMk id="9" creationId="{F4A7337B-B1A4-9206-E65B-4327DA3ACB48}"/>
          </ac:picMkLst>
        </pc:picChg>
        <pc:picChg chg="add mod">
          <ac:chgData name="Doucoure Sékou" userId="dbdfe042b34fbcd3" providerId="LiveId" clId="{DBE2FB79-7E0D-4C27-94C7-E5149F4E0993}" dt="2026-03-10T00:16:10.264" v="2396" actId="1076"/>
          <ac:picMkLst>
            <pc:docMk/>
            <pc:sldMk cId="72256202" sldId="303"/>
            <ac:picMk id="11" creationId="{BB9560C3-7CE0-6D9E-D411-4B32BFB21FF4}"/>
          </ac:picMkLst>
        </pc:picChg>
        <pc:picChg chg="add mod">
          <ac:chgData name="Doucoure Sékou" userId="dbdfe042b34fbcd3" providerId="LiveId" clId="{DBE2FB79-7E0D-4C27-94C7-E5149F4E0993}" dt="2026-03-10T00:16:30.444" v="2398" actId="1076"/>
          <ac:picMkLst>
            <pc:docMk/>
            <pc:sldMk cId="72256202" sldId="303"/>
            <ac:picMk id="13" creationId="{738398D7-16B3-9886-C564-6E9851118B5D}"/>
          </ac:picMkLst>
        </pc:picChg>
        <pc:picChg chg="add mod">
          <ac:chgData name="Doucoure Sékou" userId="dbdfe042b34fbcd3" providerId="LiveId" clId="{DBE2FB79-7E0D-4C27-94C7-E5149F4E0993}" dt="2026-03-10T00:17:00.810" v="2404" actId="1076"/>
          <ac:picMkLst>
            <pc:docMk/>
            <pc:sldMk cId="72256202" sldId="303"/>
            <ac:picMk id="15" creationId="{40B3BA40-9DB7-6299-AA02-143B5492B80A}"/>
          </ac:picMkLst>
        </pc:picChg>
      </pc:sldChg>
      <pc:sldChg chg="addSp delSp modSp add mod modTransition modAnim modNotes">
        <pc:chgData name="Doucoure Sékou" userId="dbdfe042b34fbcd3" providerId="LiveId" clId="{DBE2FB79-7E0D-4C27-94C7-E5149F4E0993}" dt="2026-03-16T19:39:15.037" v="7361"/>
        <pc:sldMkLst>
          <pc:docMk/>
          <pc:sldMk cId="430063571" sldId="304"/>
        </pc:sldMkLst>
        <pc:spChg chg="add del mod">
          <ac:chgData name="Doucoure Sékou" userId="dbdfe042b34fbcd3" providerId="LiveId" clId="{DBE2FB79-7E0D-4C27-94C7-E5149F4E0993}" dt="2026-03-14T18:13:42.394" v="7055" actId="11529"/>
          <ac:spMkLst>
            <pc:docMk/>
            <pc:sldMk cId="430063571" sldId="304"/>
            <ac:spMk id="4" creationId="{E6BAE929-3F75-893A-28C8-B73F3F805C3A}"/>
          </ac:spMkLst>
        </pc:spChg>
        <pc:spChg chg="add mod">
          <ac:chgData name="Doucoure Sékou" userId="dbdfe042b34fbcd3" providerId="LiveId" clId="{DBE2FB79-7E0D-4C27-94C7-E5149F4E0993}" dt="2026-03-16T19:39:15.037" v="7361"/>
          <ac:spMkLst>
            <pc:docMk/>
            <pc:sldMk cId="430063571" sldId="304"/>
            <ac:spMk id="6" creationId="{F2AB1B26-FC16-4FF8-DE88-3A92DAA21061}"/>
          </ac:spMkLst>
        </pc:spChg>
        <pc:spChg chg="add mod">
          <ac:chgData name="Doucoure Sékou" userId="dbdfe042b34fbcd3" providerId="LiveId" clId="{DBE2FB79-7E0D-4C27-94C7-E5149F4E0993}" dt="2026-03-10T00:27:27.701" v="2433" actId="767"/>
          <ac:spMkLst>
            <pc:docMk/>
            <pc:sldMk cId="430063571" sldId="304"/>
            <ac:spMk id="7" creationId="{80E8D786-194E-840E-8D8E-5189B04BE13D}"/>
          </ac:spMkLst>
        </pc:spChg>
        <pc:spChg chg="add mod">
          <ac:chgData name="Doucoure Sékou" userId="dbdfe042b34fbcd3" providerId="LiveId" clId="{DBE2FB79-7E0D-4C27-94C7-E5149F4E0993}" dt="2026-03-16T19:39:15.037" v="7361"/>
          <ac:spMkLst>
            <pc:docMk/>
            <pc:sldMk cId="430063571" sldId="304"/>
            <ac:spMk id="7" creationId="{F43FD804-41B9-5205-629B-A7C7D6BB7147}"/>
          </ac:spMkLst>
        </pc:spChg>
        <pc:spChg chg="add mod">
          <ac:chgData name="Doucoure Sékou" userId="dbdfe042b34fbcd3" providerId="LiveId" clId="{DBE2FB79-7E0D-4C27-94C7-E5149F4E0993}" dt="2026-03-16T19:39:15.037" v="7361"/>
          <ac:spMkLst>
            <pc:docMk/>
            <pc:sldMk cId="430063571" sldId="304"/>
            <ac:spMk id="8" creationId="{964F6FF8-F705-7B95-A8DC-DCBE0344604B}"/>
          </ac:spMkLst>
        </pc:spChg>
        <pc:spChg chg="add mod">
          <ac:chgData name="Doucoure Sékou" userId="dbdfe042b34fbcd3" providerId="LiveId" clId="{DBE2FB79-7E0D-4C27-94C7-E5149F4E0993}" dt="2026-03-16T19:39:15.037" v="7361"/>
          <ac:spMkLst>
            <pc:docMk/>
            <pc:sldMk cId="430063571" sldId="304"/>
            <ac:spMk id="9" creationId="{4B77281F-3C38-8CE2-E39B-130B7541ED2E}"/>
          </ac:spMkLst>
        </pc:spChg>
        <pc:spChg chg="mod">
          <ac:chgData name="Doucoure Sékou" userId="dbdfe042b34fbcd3" providerId="LiveId" clId="{DBE2FB79-7E0D-4C27-94C7-E5149F4E0993}" dt="2026-03-16T19:39:15.037" v="7361"/>
          <ac:spMkLst>
            <pc:docMk/>
            <pc:sldMk cId="430063571" sldId="304"/>
            <ac:spMk id="20" creationId="{E941C9DC-E9B6-B239-2440-A72AA0D8A251}"/>
          </ac:spMkLst>
        </pc:spChg>
        <pc:spChg chg="mod">
          <ac:chgData name="Doucoure Sékou" userId="dbdfe042b34fbcd3" providerId="LiveId" clId="{DBE2FB79-7E0D-4C27-94C7-E5149F4E0993}" dt="2026-03-16T19:39:15.037" v="7361"/>
          <ac:spMkLst>
            <pc:docMk/>
            <pc:sldMk cId="430063571" sldId="304"/>
            <ac:spMk id="22" creationId="{5C8284A3-9970-AA39-ACBD-CB518F672024}"/>
          </ac:spMkLst>
        </pc:spChg>
        <pc:spChg chg="mod">
          <ac:chgData name="Doucoure Sékou" userId="dbdfe042b34fbcd3" providerId="LiveId" clId="{DBE2FB79-7E0D-4C27-94C7-E5149F4E0993}" dt="2026-03-16T19:39:15.037" v="7361"/>
          <ac:spMkLst>
            <pc:docMk/>
            <pc:sldMk cId="430063571" sldId="304"/>
            <ac:spMk id="26" creationId="{3D3A9304-5CBF-3D57-24E6-30977113DA04}"/>
          </ac:spMkLst>
        </pc:spChg>
        <pc:spChg chg="mod">
          <ac:chgData name="Doucoure Sékou" userId="dbdfe042b34fbcd3" providerId="LiveId" clId="{DBE2FB79-7E0D-4C27-94C7-E5149F4E0993}" dt="2026-03-16T19:39:15.037" v="7361"/>
          <ac:spMkLst>
            <pc:docMk/>
            <pc:sldMk cId="430063571" sldId="304"/>
            <ac:spMk id="31" creationId="{47103A75-6AEB-9973-DE8B-558B71CC19C5}"/>
          </ac:spMkLst>
        </pc:spChg>
        <pc:spChg chg="mod">
          <ac:chgData name="Doucoure Sékou" userId="dbdfe042b34fbcd3" providerId="LiveId" clId="{DBE2FB79-7E0D-4C27-94C7-E5149F4E0993}" dt="2026-03-16T19:39:15.037" v="7361"/>
          <ac:spMkLst>
            <pc:docMk/>
            <pc:sldMk cId="430063571" sldId="304"/>
            <ac:spMk id="32" creationId="{2B6E0149-BBEF-21D3-7E0E-CFC2AA162350}"/>
          </ac:spMkLst>
        </pc:spChg>
        <pc:spChg chg="mod">
          <ac:chgData name="Doucoure Sékou" userId="dbdfe042b34fbcd3" providerId="LiveId" clId="{DBE2FB79-7E0D-4C27-94C7-E5149F4E0993}" dt="2026-03-16T19:39:15.037" v="7361"/>
          <ac:spMkLst>
            <pc:docMk/>
            <pc:sldMk cId="430063571" sldId="304"/>
            <ac:spMk id="33" creationId="{E25DFC56-235B-9D5A-17CC-77D7BB3D3FFB}"/>
          </ac:spMkLst>
        </pc:spChg>
        <pc:spChg chg="mod">
          <ac:chgData name="Doucoure Sékou" userId="dbdfe042b34fbcd3" providerId="LiveId" clId="{DBE2FB79-7E0D-4C27-94C7-E5149F4E0993}" dt="2026-03-16T19:39:15.037" v="7361"/>
          <ac:spMkLst>
            <pc:docMk/>
            <pc:sldMk cId="430063571" sldId="304"/>
            <ac:spMk id="34" creationId="{A56B00D9-90B1-DCA6-1AB0-66462F939732}"/>
          </ac:spMkLst>
        </pc:spChg>
        <pc:spChg chg="mod">
          <ac:chgData name="Doucoure Sékou" userId="dbdfe042b34fbcd3" providerId="LiveId" clId="{DBE2FB79-7E0D-4C27-94C7-E5149F4E0993}" dt="2026-03-16T19:39:15.037" v="7361"/>
          <ac:spMkLst>
            <pc:docMk/>
            <pc:sldMk cId="430063571" sldId="304"/>
            <ac:spMk id="35" creationId="{0E8FF9AA-14AD-9E16-E5EA-288AA878570D}"/>
          </ac:spMkLst>
        </pc:spChg>
        <pc:spChg chg="mod">
          <ac:chgData name="Doucoure Sékou" userId="dbdfe042b34fbcd3" providerId="LiveId" clId="{DBE2FB79-7E0D-4C27-94C7-E5149F4E0993}" dt="2026-03-16T19:39:15.037" v="7361"/>
          <ac:spMkLst>
            <pc:docMk/>
            <pc:sldMk cId="430063571" sldId="304"/>
            <ac:spMk id="36" creationId="{C7CE7B86-5F59-8DC9-42A1-90DC456AA36D}"/>
          </ac:spMkLst>
        </pc:spChg>
        <pc:spChg chg="mod">
          <ac:chgData name="Doucoure Sékou" userId="dbdfe042b34fbcd3" providerId="LiveId" clId="{DBE2FB79-7E0D-4C27-94C7-E5149F4E0993}" dt="2026-03-16T19:39:15.037" v="7361"/>
          <ac:spMkLst>
            <pc:docMk/>
            <pc:sldMk cId="430063571" sldId="304"/>
            <ac:spMk id="43" creationId="{47FCED1F-4258-61B1-E3CC-629CEE6F5C58}"/>
          </ac:spMkLst>
        </pc:spChg>
        <pc:spChg chg="mod">
          <ac:chgData name="Doucoure Sékou" userId="dbdfe042b34fbcd3" providerId="LiveId" clId="{DBE2FB79-7E0D-4C27-94C7-E5149F4E0993}" dt="2026-03-16T19:39:15.037" v="7361"/>
          <ac:spMkLst>
            <pc:docMk/>
            <pc:sldMk cId="430063571" sldId="304"/>
            <ac:spMk id="44" creationId="{BF325C2F-9846-94B9-F5F7-63105DD5D1C9}"/>
          </ac:spMkLst>
        </pc:spChg>
        <pc:graphicFrameChg chg="mod modGraphic">
          <ac:chgData name="Doucoure Sékou" userId="dbdfe042b34fbcd3" providerId="LiveId" clId="{DBE2FB79-7E0D-4C27-94C7-E5149F4E0993}" dt="2026-03-16T19:39:15.037" v="7361"/>
          <ac:graphicFrameMkLst>
            <pc:docMk/>
            <pc:sldMk cId="430063571" sldId="304"/>
            <ac:graphicFrameMk id="172" creationId="{3C85FBDF-0B4C-5D36-1C80-CB8E82E7E95C}"/>
          </ac:graphicFrameMkLst>
        </pc:graphicFrameChg>
        <pc:picChg chg="add mod">
          <ac:chgData name="Doucoure Sékou" userId="dbdfe042b34fbcd3" providerId="LiveId" clId="{DBE2FB79-7E0D-4C27-94C7-E5149F4E0993}" dt="2026-03-16T19:39:15.037" v="7361"/>
          <ac:picMkLst>
            <pc:docMk/>
            <pc:sldMk cId="430063571" sldId="304"/>
            <ac:picMk id="2" creationId="{F39C9AE0-0346-D10C-04B0-7D7D317299DB}"/>
          </ac:picMkLst>
        </pc:picChg>
        <pc:picChg chg="add mod">
          <ac:chgData name="Doucoure Sékou" userId="dbdfe042b34fbcd3" providerId="LiveId" clId="{DBE2FB79-7E0D-4C27-94C7-E5149F4E0993}" dt="2026-03-16T19:39:15.037" v="7361"/>
          <ac:picMkLst>
            <pc:docMk/>
            <pc:sldMk cId="430063571" sldId="304"/>
            <ac:picMk id="3" creationId="{E09B1FCE-70E8-E16B-1B70-AAC95E332725}"/>
          </ac:picMkLst>
        </pc:picChg>
        <pc:picChg chg="add mod">
          <ac:chgData name="Doucoure Sékou" userId="dbdfe042b34fbcd3" providerId="LiveId" clId="{DBE2FB79-7E0D-4C27-94C7-E5149F4E0993}" dt="2026-03-16T19:39:15.037" v="7361"/>
          <ac:picMkLst>
            <pc:docMk/>
            <pc:sldMk cId="430063571" sldId="304"/>
            <ac:picMk id="5" creationId="{59BEE199-8762-F63D-FDAD-F7843C0AB8C2}"/>
          </ac:picMkLst>
        </pc:picChg>
        <pc:picChg chg="del">
          <ac:chgData name="Doucoure Sékou" userId="dbdfe042b34fbcd3" providerId="LiveId" clId="{DBE2FB79-7E0D-4C27-94C7-E5149F4E0993}" dt="2026-03-10T00:23:30.325" v="2415" actId="478"/>
          <ac:picMkLst>
            <pc:docMk/>
            <pc:sldMk cId="430063571" sldId="304"/>
            <ac:picMk id="9" creationId="{761C4EB5-9623-4513-8F4B-33438BAEDE6B}"/>
          </ac:picMkLst>
        </pc:picChg>
        <pc:picChg chg="del">
          <ac:chgData name="Doucoure Sékou" userId="dbdfe042b34fbcd3" providerId="LiveId" clId="{DBE2FB79-7E0D-4C27-94C7-E5149F4E0993}" dt="2026-03-10T00:23:51.513" v="2422" actId="478"/>
          <ac:picMkLst>
            <pc:docMk/>
            <pc:sldMk cId="430063571" sldId="304"/>
            <ac:picMk id="11" creationId="{69FF9B9C-8BA8-CD89-EDE9-79902BCAB928}"/>
          </ac:picMkLst>
        </pc:picChg>
        <pc:picChg chg="del">
          <ac:chgData name="Doucoure Sékou" userId="dbdfe042b34fbcd3" providerId="LiveId" clId="{DBE2FB79-7E0D-4C27-94C7-E5149F4E0993}" dt="2026-03-10T00:22:36.650" v="2406" actId="478"/>
          <ac:picMkLst>
            <pc:docMk/>
            <pc:sldMk cId="430063571" sldId="304"/>
            <ac:picMk id="13" creationId="{EDF4483C-504E-44B9-EA3F-2CB5AACC054E}"/>
          </ac:picMkLst>
        </pc:picChg>
        <pc:picChg chg="del mod">
          <ac:chgData name="Doucoure Sékou" userId="dbdfe042b34fbcd3" providerId="LiveId" clId="{DBE2FB79-7E0D-4C27-94C7-E5149F4E0993}" dt="2026-03-10T00:24:31.802" v="2425" actId="478"/>
          <ac:picMkLst>
            <pc:docMk/>
            <pc:sldMk cId="430063571" sldId="304"/>
            <ac:picMk id="15" creationId="{F5B03775-24BE-48BB-3CCB-2CBA067FDE4D}"/>
          </ac:picMkLst>
        </pc:picChg>
        <pc:picChg chg="del">
          <ac:chgData name="Doucoure Sékou" userId="dbdfe042b34fbcd3" providerId="LiveId" clId="{DBE2FB79-7E0D-4C27-94C7-E5149F4E0993}" dt="2026-03-12T11:07:48.384" v="4934" actId="478"/>
          <ac:picMkLst>
            <pc:docMk/>
            <pc:sldMk cId="430063571" sldId="304"/>
            <ac:picMk id="25" creationId="{340F1D52-AF60-9439-4CC1-9F502B6A3D9B}"/>
          </ac:picMkLst>
        </pc:picChg>
        <pc:picChg chg="del">
          <ac:chgData name="Doucoure Sékou" userId="dbdfe042b34fbcd3" providerId="LiveId" clId="{DBE2FB79-7E0D-4C27-94C7-E5149F4E0993}" dt="2026-03-14T16:40:21.930" v="5817" actId="478"/>
          <ac:picMkLst>
            <pc:docMk/>
            <pc:sldMk cId="430063571" sldId="304"/>
            <ac:picMk id="37" creationId="{102EADD8-4D0F-D8FA-EB95-69A455AA614F}"/>
          </ac:picMkLst>
        </pc:picChg>
      </pc:sldChg>
      <pc:sldChg chg="addSp delSp modSp add mod modTransition modAnim modNotes">
        <pc:chgData name="Doucoure Sékou" userId="dbdfe042b34fbcd3" providerId="LiveId" clId="{DBE2FB79-7E0D-4C27-94C7-E5149F4E0993}" dt="2026-03-16T19:39:15.037" v="7361"/>
        <pc:sldMkLst>
          <pc:docMk/>
          <pc:sldMk cId="1440978676" sldId="305"/>
        </pc:sldMkLst>
        <pc:spChg chg="add">
          <ac:chgData name="Doucoure Sékou" userId="dbdfe042b34fbcd3" providerId="LiveId" clId="{DBE2FB79-7E0D-4C27-94C7-E5149F4E0993}" dt="2026-03-10T00:34:50.521" v="2513"/>
          <ac:spMkLst>
            <pc:docMk/>
            <pc:sldMk cId="1440978676" sldId="305"/>
            <ac:spMk id="2" creationId="{1B12AFB7-6A4D-3FFD-0EFE-C50700EEA1D2}"/>
          </ac:spMkLst>
        </pc:spChg>
        <pc:spChg chg="add">
          <ac:chgData name="Doucoure Sékou" userId="dbdfe042b34fbcd3" providerId="LiveId" clId="{DBE2FB79-7E0D-4C27-94C7-E5149F4E0993}" dt="2026-03-10T00:35:09.802" v="2515"/>
          <ac:spMkLst>
            <pc:docMk/>
            <pc:sldMk cId="1440978676" sldId="305"/>
            <ac:spMk id="4" creationId="{702E6247-D6D0-8D21-8991-6753A8414157}"/>
          </ac:spMkLst>
        </pc:spChg>
        <pc:spChg chg="del mod">
          <ac:chgData name="Doucoure Sékou" userId="dbdfe042b34fbcd3" providerId="LiveId" clId="{DBE2FB79-7E0D-4C27-94C7-E5149F4E0993}" dt="2026-03-10T00:34:04.534" v="2509" actId="478"/>
          <ac:spMkLst>
            <pc:docMk/>
            <pc:sldMk cId="1440978676" sldId="305"/>
            <ac:spMk id="6" creationId="{D1396B68-966E-B2D8-1978-88F9D725810C}"/>
          </ac:spMkLst>
        </pc:spChg>
        <pc:spChg chg="add">
          <ac:chgData name="Doucoure Sékou" userId="dbdfe042b34fbcd3" providerId="LiveId" clId="{DBE2FB79-7E0D-4C27-94C7-E5149F4E0993}" dt="2026-03-10T00:35:56.368" v="2525"/>
          <ac:spMkLst>
            <pc:docMk/>
            <pc:sldMk cId="1440978676" sldId="305"/>
            <ac:spMk id="7" creationId="{F49F3B20-0916-471D-B480-934F9E1B4134}"/>
          </ac:spMkLst>
        </pc:spChg>
        <pc:spChg chg="del mod">
          <ac:chgData name="Doucoure Sékou" userId="dbdfe042b34fbcd3" providerId="LiveId" clId="{DBE2FB79-7E0D-4C27-94C7-E5149F4E0993}" dt="2026-03-10T00:33:53.107" v="2505" actId="478"/>
          <ac:spMkLst>
            <pc:docMk/>
            <pc:sldMk cId="1440978676" sldId="305"/>
            <ac:spMk id="8" creationId="{68A496DB-D3DC-1971-45D5-B369FC3A2263}"/>
          </ac:spMkLst>
        </pc:spChg>
        <pc:spChg chg="add">
          <ac:chgData name="Doucoure Sékou" userId="dbdfe042b34fbcd3" providerId="LiveId" clId="{DBE2FB79-7E0D-4C27-94C7-E5149F4E0993}" dt="2026-03-10T00:36:03.850" v="2526"/>
          <ac:spMkLst>
            <pc:docMk/>
            <pc:sldMk cId="1440978676" sldId="305"/>
            <ac:spMk id="9" creationId="{29900F89-B2A3-19B8-DB8E-D0FE3A85E895}"/>
          </ac:spMkLst>
        </pc:spChg>
        <pc:spChg chg="mod">
          <ac:chgData name="Doucoure Sékou" userId="dbdfe042b34fbcd3" providerId="LiveId" clId="{DBE2FB79-7E0D-4C27-94C7-E5149F4E0993}" dt="2026-03-16T19:39:15.037" v="7361"/>
          <ac:spMkLst>
            <pc:docMk/>
            <pc:sldMk cId="1440978676" sldId="305"/>
            <ac:spMk id="20" creationId="{D73246D9-185F-64E4-1351-021E58CDB090}"/>
          </ac:spMkLst>
        </pc:spChg>
        <pc:spChg chg="mod">
          <ac:chgData name="Doucoure Sékou" userId="dbdfe042b34fbcd3" providerId="LiveId" clId="{DBE2FB79-7E0D-4C27-94C7-E5149F4E0993}" dt="2026-03-16T19:39:15.037" v="7361"/>
          <ac:spMkLst>
            <pc:docMk/>
            <pc:sldMk cId="1440978676" sldId="305"/>
            <ac:spMk id="22" creationId="{6362DFEB-32C6-79D9-D11C-9B71BCD49BBF}"/>
          </ac:spMkLst>
        </pc:spChg>
        <pc:spChg chg="mod">
          <ac:chgData name="Doucoure Sékou" userId="dbdfe042b34fbcd3" providerId="LiveId" clId="{DBE2FB79-7E0D-4C27-94C7-E5149F4E0993}" dt="2026-03-16T19:39:15.037" v="7361"/>
          <ac:spMkLst>
            <pc:docMk/>
            <pc:sldMk cId="1440978676" sldId="305"/>
            <ac:spMk id="26" creationId="{E928B348-7D2D-10D6-15A8-11DA64486AAE}"/>
          </ac:spMkLst>
        </pc:spChg>
        <pc:spChg chg="mod">
          <ac:chgData name="Doucoure Sékou" userId="dbdfe042b34fbcd3" providerId="LiveId" clId="{DBE2FB79-7E0D-4C27-94C7-E5149F4E0993}" dt="2026-03-16T19:39:15.037" v="7361"/>
          <ac:spMkLst>
            <pc:docMk/>
            <pc:sldMk cId="1440978676" sldId="305"/>
            <ac:spMk id="31" creationId="{19A0B859-0A9E-A341-EDD4-F1A6971F4C99}"/>
          </ac:spMkLst>
        </pc:spChg>
        <pc:spChg chg="mod">
          <ac:chgData name="Doucoure Sékou" userId="dbdfe042b34fbcd3" providerId="LiveId" clId="{DBE2FB79-7E0D-4C27-94C7-E5149F4E0993}" dt="2026-03-16T19:39:15.037" v="7361"/>
          <ac:spMkLst>
            <pc:docMk/>
            <pc:sldMk cId="1440978676" sldId="305"/>
            <ac:spMk id="32" creationId="{58124E19-0FF4-24C1-5F8C-A766CADD94D6}"/>
          </ac:spMkLst>
        </pc:spChg>
        <pc:spChg chg="mod">
          <ac:chgData name="Doucoure Sékou" userId="dbdfe042b34fbcd3" providerId="LiveId" clId="{DBE2FB79-7E0D-4C27-94C7-E5149F4E0993}" dt="2026-03-16T19:39:15.037" v="7361"/>
          <ac:spMkLst>
            <pc:docMk/>
            <pc:sldMk cId="1440978676" sldId="305"/>
            <ac:spMk id="33" creationId="{F2C5E16B-DDE6-D868-A109-5FF9114F6239}"/>
          </ac:spMkLst>
        </pc:spChg>
        <pc:spChg chg="mod">
          <ac:chgData name="Doucoure Sékou" userId="dbdfe042b34fbcd3" providerId="LiveId" clId="{DBE2FB79-7E0D-4C27-94C7-E5149F4E0993}" dt="2026-03-16T19:39:15.037" v="7361"/>
          <ac:spMkLst>
            <pc:docMk/>
            <pc:sldMk cId="1440978676" sldId="305"/>
            <ac:spMk id="34" creationId="{F8FADDB8-A789-907D-4612-3F83D4BA0B7D}"/>
          </ac:spMkLst>
        </pc:spChg>
        <pc:spChg chg="mod">
          <ac:chgData name="Doucoure Sékou" userId="dbdfe042b34fbcd3" providerId="LiveId" clId="{DBE2FB79-7E0D-4C27-94C7-E5149F4E0993}" dt="2026-03-16T19:39:15.037" v="7361"/>
          <ac:spMkLst>
            <pc:docMk/>
            <pc:sldMk cId="1440978676" sldId="305"/>
            <ac:spMk id="35" creationId="{E8FF8A86-0B7D-1C61-6EA2-422DA7CDB3EB}"/>
          </ac:spMkLst>
        </pc:spChg>
        <pc:spChg chg="mod">
          <ac:chgData name="Doucoure Sékou" userId="dbdfe042b34fbcd3" providerId="LiveId" clId="{DBE2FB79-7E0D-4C27-94C7-E5149F4E0993}" dt="2026-03-16T19:39:15.037" v="7361"/>
          <ac:spMkLst>
            <pc:docMk/>
            <pc:sldMk cId="1440978676" sldId="305"/>
            <ac:spMk id="36" creationId="{0F20783B-E99E-EB24-D45C-10BFADFC50E1}"/>
          </ac:spMkLst>
        </pc:spChg>
        <pc:spChg chg="mod">
          <ac:chgData name="Doucoure Sékou" userId="dbdfe042b34fbcd3" providerId="LiveId" clId="{DBE2FB79-7E0D-4C27-94C7-E5149F4E0993}" dt="2026-03-16T19:39:15.037" v="7361"/>
          <ac:spMkLst>
            <pc:docMk/>
            <pc:sldMk cId="1440978676" sldId="305"/>
            <ac:spMk id="43" creationId="{B443BFF4-1AD6-11D7-D5E1-7F3D137A08CD}"/>
          </ac:spMkLst>
        </pc:spChg>
        <pc:spChg chg="mod">
          <ac:chgData name="Doucoure Sékou" userId="dbdfe042b34fbcd3" providerId="LiveId" clId="{DBE2FB79-7E0D-4C27-94C7-E5149F4E0993}" dt="2026-03-16T19:39:15.037" v="7361"/>
          <ac:spMkLst>
            <pc:docMk/>
            <pc:sldMk cId="1440978676" sldId="305"/>
            <ac:spMk id="44" creationId="{CB9FDE59-82F5-365B-6D0A-541C2FEFFE2B}"/>
          </ac:spMkLst>
        </pc:spChg>
        <pc:graphicFrameChg chg="mod modGraphic">
          <ac:chgData name="Doucoure Sékou" userId="dbdfe042b34fbcd3" providerId="LiveId" clId="{DBE2FB79-7E0D-4C27-94C7-E5149F4E0993}" dt="2026-03-16T19:39:15.037" v="7361"/>
          <ac:graphicFrameMkLst>
            <pc:docMk/>
            <pc:sldMk cId="1440978676" sldId="305"/>
            <ac:graphicFrameMk id="172" creationId="{CBA4E53F-0655-10AD-3733-B39EEEA64E31}"/>
          </ac:graphicFrameMkLst>
        </pc:graphicFrameChg>
        <pc:picChg chg="add mod">
          <ac:chgData name="Doucoure Sékou" userId="dbdfe042b34fbcd3" providerId="LiveId" clId="{DBE2FB79-7E0D-4C27-94C7-E5149F4E0993}" dt="2026-03-16T19:39:15.037" v="7361"/>
          <ac:picMkLst>
            <pc:docMk/>
            <pc:sldMk cId="1440978676" sldId="305"/>
            <ac:picMk id="2" creationId="{D81A617D-BA4E-DC4B-B73D-6A7329E7F77A}"/>
          </ac:picMkLst>
        </pc:picChg>
        <pc:picChg chg="del">
          <ac:chgData name="Doucoure Sékou" userId="dbdfe042b34fbcd3" providerId="LiveId" clId="{DBE2FB79-7E0D-4C27-94C7-E5149F4E0993}" dt="2026-03-10T00:33:57.355" v="2506" actId="478"/>
          <ac:picMkLst>
            <pc:docMk/>
            <pc:sldMk cId="1440978676" sldId="305"/>
            <ac:picMk id="3" creationId="{0BC0148F-CFE3-BFDE-CBF6-7204E8DA414E}"/>
          </ac:picMkLst>
        </pc:picChg>
        <pc:picChg chg="del">
          <ac:chgData name="Doucoure Sékou" userId="dbdfe042b34fbcd3" providerId="LiveId" clId="{DBE2FB79-7E0D-4C27-94C7-E5149F4E0993}" dt="2026-03-10T00:34:06.214" v="2510" actId="478"/>
          <ac:picMkLst>
            <pc:docMk/>
            <pc:sldMk cId="1440978676" sldId="305"/>
            <ac:picMk id="5" creationId="{5EF62C64-3694-12FE-F22C-AF1D87739D23}"/>
          </ac:picMkLst>
        </pc:picChg>
        <pc:picChg chg="del">
          <ac:chgData name="Doucoure Sékou" userId="dbdfe042b34fbcd3" providerId="LiveId" clId="{DBE2FB79-7E0D-4C27-94C7-E5149F4E0993}" dt="2026-03-12T11:08:10.818" v="4939" actId="478"/>
          <ac:picMkLst>
            <pc:docMk/>
            <pc:sldMk cId="1440978676" sldId="305"/>
            <ac:picMk id="25" creationId="{B398E504-7ABC-56D7-7859-5FEFC4007DEB}"/>
          </ac:picMkLst>
        </pc:picChg>
        <pc:picChg chg="del">
          <ac:chgData name="Doucoure Sékou" userId="dbdfe042b34fbcd3" providerId="LiveId" clId="{DBE2FB79-7E0D-4C27-94C7-E5149F4E0993}" dt="2026-03-14T16:41:10.044" v="5819" actId="478"/>
          <ac:picMkLst>
            <pc:docMk/>
            <pc:sldMk cId="1440978676" sldId="305"/>
            <ac:picMk id="37" creationId="{7A3D1203-615B-F43E-F993-3EBC899E69AE}"/>
          </ac:picMkLst>
        </pc:picChg>
      </pc:sldChg>
      <pc:sldChg chg="addSp delSp modSp add mod modTransition modAnim modNotes">
        <pc:chgData name="Doucoure Sékou" userId="dbdfe042b34fbcd3" providerId="LiveId" clId="{DBE2FB79-7E0D-4C27-94C7-E5149F4E0993}" dt="2026-03-16T19:40:32.835" v="7373" actId="14100"/>
        <pc:sldMkLst>
          <pc:docMk/>
          <pc:sldMk cId="2039972046" sldId="306"/>
        </pc:sldMkLst>
        <pc:spChg chg="add">
          <ac:chgData name="Doucoure Sékou" userId="dbdfe042b34fbcd3" providerId="LiveId" clId="{DBE2FB79-7E0D-4C27-94C7-E5149F4E0993}" dt="2026-03-10T00:54:19.789" v="2604"/>
          <ac:spMkLst>
            <pc:docMk/>
            <pc:sldMk cId="2039972046" sldId="306"/>
            <ac:spMk id="2" creationId="{62D032A2-34D8-88FE-33DB-A606A8293414}"/>
          </ac:spMkLst>
        </pc:spChg>
        <pc:spChg chg="add">
          <ac:chgData name="Doucoure Sékou" userId="dbdfe042b34fbcd3" providerId="LiveId" clId="{DBE2FB79-7E0D-4C27-94C7-E5149F4E0993}" dt="2026-03-10T00:54:37.129" v="2606"/>
          <ac:spMkLst>
            <pc:docMk/>
            <pc:sldMk cId="2039972046" sldId="306"/>
            <ac:spMk id="3" creationId="{A5F60C8C-2EC4-0715-034F-623F6D65A846}"/>
          </ac:spMkLst>
        </pc:spChg>
        <pc:spChg chg="add">
          <ac:chgData name="Doucoure Sékou" userId="dbdfe042b34fbcd3" providerId="LiveId" clId="{DBE2FB79-7E0D-4C27-94C7-E5149F4E0993}" dt="2026-03-10T00:54:48.542" v="2609"/>
          <ac:spMkLst>
            <pc:docMk/>
            <pc:sldMk cId="2039972046" sldId="306"/>
            <ac:spMk id="4" creationId="{0902456C-8594-491B-52B0-CEDF2A2B8839}"/>
          </ac:spMkLst>
        </pc:spChg>
        <pc:spChg chg="add">
          <ac:chgData name="Doucoure Sékou" userId="dbdfe042b34fbcd3" providerId="LiveId" clId="{DBE2FB79-7E0D-4C27-94C7-E5149F4E0993}" dt="2026-03-10T00:55:05.552" v="2612"/>
          <ac:spMkLst>
            <pc:docMk/>
            <pc:sldMk cId="2039972046" sldId="306"/>
            <ac:spMk id="5" creationId="{DEA3560B-24FF-ECF2-90D3-43FA7189BFF7}"/>
          </ac:spMkLst>
        </pc:spChg>
        <pc:spChg chg="add">
          <ac:chgData name="Doucoure Sékou" userId="dbdfe042b34fbcd3" providerId="LiveId" clId="{DBE2FB79-7E0D-4C27-94C7-E5149F4E0993}" dt="2026-03-10T01:00:35.487" v="2676"/>
          <ac:spMkLst>
            <pc:docMk/>
            <pc:sldMk cId="2039972046" sldId="306"/>
            <ac:spMk id="6" creationId="{20195D78-2EFF-7F89-F951-E9B9FAA66091}"/>
          </ac:spMkLst>
        </pc:spChg>
        <pc:spChg chg="add">
          <ac:chgData name="Doucoure Sékou" userId="dbdfe042b34fbcd3" providerId="LiveId" clId="{DBE2FB79-7E0D-4C27-94C7-E5149F4E0993}" dt="2026-03-10T01:01:18.776" v="2689"/>
          <ac:spMkLst>
            <pc:docMk/>
            <pc:sldMk cId="2039972046" sldId="306"/>
            <ac:spMk id="7" creationId="{65E98C75-A715-D69D-8699-24C11D8D9B7D}"/>
          </ac:spMkLst>
        </pc:spChg>
        <pc:spChg chg="mod">
          <ac:chgData name="Doucoure Sékou" userId="dbdfe042b34fbcd3" providerId="LiveId" clId="{DBE2FB79-7E0D-4C27-94C7-E5149F4E0993}" dt="2026-03-16T19:39:15.037" v="7361"/>
          <ac:spMkLst>
            <pc:docMk/>
            <pc:sldMk cId="2039972046" sldId="306"/>
            <ac:spMk id="20" creationId="{8B380D92-41F3-7D95-4DEE-E872281340FE}"/>
          </ac:spMkLst>
        </pc:spChg>
        <pc:spChg chg="mod">
          <ac:chgData name="Doucoure Sékou" userId="dbdfe042b34fbcd3" providerId="LiveId" clId="{DBE2FB79-7E0D-4C27-94C7-E5149F4E0993}" dt="2026-03-16T19:39:15.037" v="7361"/>
          <ac:spMkLst>
            <pc:docMk/>
            <pc:sldMk cId="2039972046" sldId="306"/>
            <ac:spMk id="22" creationId="{1B47A24D-E42F-04D5-15D7-2FD97F36FAAE}"/>
          </ac:spMkLst>
        </pc:spChg>
        <pc:spChg chg="mod">
          <ac:chgData name="Doucoure Sékou" userId="dbdfe042b34fbcd3" providerId="LiveId" clId="{DBE2FB79-7E0D-4C27-94C7-E5149F4E0993}" dt="2026-03-16T19:39:15.037" v="7361"/>
          <ac:spMkLst>
            <pc:docMk/>
            <pc:sldMk cId="2039972046" sldId="306"/>
            <ac:spMk id="26" creationId="{1C2BDEC9-3DCF-CE1B-7088-BB049A1517AE}"/>
          </ac:spMkLst>
        </pc:spChg>
        <pc:spChg chg="mod">
          <ac:chgData name="Doucoure Sékou" userId="dbdfe042b34fbcd3" providerId="LiveId" clId="{DBE2FB79-7E0D-4C27-94C7-E5149F4E0993}" dt="2026-03-16T19:39:15.037" v="7361"/>
          <ac:spMkLst>
            <pc:docMk/>
            <pc:sldMk cId="2039972046" sldId="306"/>
            <ac:spMk id="31" creationId="{530A8994-1CF8-14A1-F843-4CFA110E5F6F}"/>
          </ac:spMkLst>
        </pc:spChg>
        <pc:spChg chg="mod">
          <ac:chgData name="Doucoure Sékou" userId="dbdfe042b34fbcd3" providerId="LiveId" clId="{DBE2FB79-7E0D-4C27-94C7-E5149F4E0993}" dt="2026-03-16T19:39:15.037" v="7361"/>
          <ac:spMkLst>
            <pc:docMk/>
            <pc:sldMk cId="2039972046" sldId="306"/>
            <ac:spMk id="32" creationId="{7BCC216D-9DF6-C39A-0912-2D4EFC6E3573}"/>
          </ac:spMkLst>
        </pc:spChg>
        <pc:spChg chg="mod">
          <ac:chgData name="Doucoure Sékou" userId="dbdfe042b34fbcd3" providerId="LiveId" clId="{DBE2FB79-7E0D-4C27-94C7-E5149F4E0993}" dt="2026-03-16T19:39:15.037" v="7361"/>
          <ac:spMkLst>
            <pc:docMk/>
            <pc:sldMk cId="2039972046" sldId="306"/>
            <ac:spMk id="33" creationId="{D65C09E2-2D26-896F-4A9A-1CB5ABD8693C}"/>
          </ac:spMkLst>
        </pc:spChg>
        <pc:spChg chg="mod">
          <ac:chgData name="Doucoure Sékou" userId="dbdfe042b34fbcd3" providerId="LiveId" clId="{DBE2FB79-7E0D-4C27-94C7-E5149F4E0993}" dt="2026-03-16T19:39:15.037" v="7361"/>
          <ac:spMkLst>
            <pc:docMk/>
            <pc:sldMk cId="2039972046" sldId="306"/>
            <ac:spMk id="34" creationId="{D6A4AC87-83DB-0B61-BDFF-3F64CA94561B}"/>
          </ac:spMkLst>
        </pc:spChg>
        <pc:spChg chg="mod">
          <ac:chgData name="Doucoure Sékou" userId="dbdfe042b34fbcd3" providerId="LiveId" clId="{DBE2FB79-7E0D-4C27-94C7-E5149F4E0993}" dt="2026-03-16T19:39:15.037" v="7361"/>
          <ac:spMkLst>
            <pc:docMk/>
            <pc:sldMk cId="2039972046" sldId="306"/>
            <ac:spMk id="35" creationId="{44772B5E-7A90-0A13-AD76-F54B49832C57}"/>
          </ac:spMkLst>
        </pc:spChg>
        <pc:spChg chg="mod">
          <ac:chgData name="Doucoure Sékou" userId="dbdfe042b34fbcd3" providerId="LiveId" clId="{DBE2FB79-7E0D-4C27-94C7-E5149F4E0993}" dt="2026-03-16T19:39:15.037" v="7361"/>
          <ac:spMkLst>
            <pc:docMk/>
            <pc:sldMk cId="2039972046" sldId="306"/>
            <ac:spMk id="36" creationId="{E11AC122-1417-F054-352C-7D5E9D14B445}"/>
          </ac:spMkLst>
        </pc:spChg>
        <pc:spChg chg="mod">
          <ac:chgData name="Doucoure Sékou" userId="dbdfe042b34fbcd3" providerId="LiveId" clId="{DBE2FB79-7E0D-4C27-94C7-E5149F4E0993}" dt="2026-03-16T19:39:15.037" v="7361"/>
          <ac:spMkLst>
            <pc:docMk/>
            <pc:sldMk cId="2039972046" sldId="306"/>
            <ac:spMk id="43" creationId="{8D0E9DC9-EAFC-162D-3836-703A29D6C5EC}"/>
          </ac:spMkLst>
        </pc:spChg>
        <pc:spChg chg="mod">
          <ac:chgData name="Doucoure Sékou" userId="dbdfe042b34fbcd3" providerId="LiveId" clId="{DBE2FB79-7E0D-4C27-94C7-E5149F4E0993}" dt="2026-03-16T19:39:15.037" v="7361"/>
          <ac:spMkLst>
            <pc:docMk/>
            <pc:sldMk cId="2039972046" sldId="306"/>
            <ac:spMk id="44" creationId="{F9DB6B24-466D-90FB-2C52-1192F54D1DA0}"/>
          </ac:spMkLst>
        </pc:spChg>
        <pc:graphicFrameChg chg="mod modGraphic">
          <ac:chgData name="Doucoure Sékou" userId="dbdfe042b34fbcd3" providerId="LiveId" clId="{DBE2FB79-7E0D-4C27-94C7-E5149F4E0993}" dt="2026-03-16T19:40:32.835" v="7373" actId="14100"/>
          <ac:graphicFrameMkLst>
            <pc:docMk/>
            <pc:sldMk cId="2039972046" sldId="306"/>
            <ac:graphicFrameMk id="172" creationId="{7A9B0D54-0901-7704-03E6-361CE380A195}"/>
          </ac:graphicFrameMkLst>
        </pc:graphicFrameChg>
        <pc:picChg chg="add mod">
          <ac:chgData name="Doucoure Sékou" userId="dbdfe042b34fbcd3" providerId="LiveId" clId="{DBE2FB79-7E0D-4C27-94C7-E5149F4E0993}" dt="2026-03-16T19:39:15.037" v="7361"/>
          <ac:picMkLst>
            <pc:docMk/>
            <pc:sldMk cId="2039972046" sldId="306"/>
            <ac:picMk id="2" creationId="{85362974-0EAB-D868-36DD-1F5EB9BCFEE4}"/>
          </ac:picMkLst>
        </pc:picChg>
        <pc:picChg chg="del">
          <ac:chgData name="Doucoure Sékou" userId="dbdfe042b34fbcd3" providerId="LiveId" clId="{DBE2FB79-7E0D-4C27-94C7-E5149F4E0993}" dt="2026-03-12T11:08:44.860" v="4957" actId="478"/>
          <ac:picMkLst>
            <pc:docMk/>
            <pc:sldMk cId="2039972046" sldId="306"/>
            <ac:picMk id="25" creationId="{C6063B8E-1AE8-16C1-429C-692FD67B4D67}"/>
          </ac:picMkLst>
        </pc:picChg>
        <pc:picChg chg="del">
          <ac:chgData name="Doucoure Sékou" userId="dbdfe042b34fbcd3" providerId="LiveId" clId="{DBE2FB79-7E0D-4C27-94C7-E5149F4E0993}" dt="2026-03-14T16:42:51.151" v="5821" actId="478"/>
          <ac:picMkLst>
            <pc:docMk/>
            <pc:sldMk cId="2039972046" sldId="306"/>
            <ac:picMk id="37" creationId="{E8F5BFFA-6317-67C4-F45C-98E98A1F0660}"/>
          </ac:picMkLst>
        </pc:picChg>
      </pc:sldChg>
      <pc:sldChg chg="addSp delSp modSp add mod modTransition modAnim modNotes">
        <pc:chgData name="Doucoure Sékou" userId="dbdfe042b34fbcd3" providerId="LiveId" clId="{DBE2FB79-7E0D-4C27-94C7-E5149F4E0993}" dt="2026-03-16T19:39:15.037" v="7361"/>
        <pc:sldMkLst>
          <pc:docMk/>
          <pc:sldMk cId="976024223" sldId="307"/>
        </pc:sldMkLst>
        <pc:spChg chg="mod">
          <ac:chgData name="Doucoure Sékou" userId="dbdfe042b34fbcd3" providerId="LiveId" clId="{DBE2FB79-7E0D-4C27-94C7-E5149F4E0993}" dt="2026-03-16T19:39:15.037" v="7361"/>
          <ac:spMkLst>
            <pc:docMk/>
            <pc:sldMk cId="976024223" sldId="307"/>
            <ac:spMk id="20" creationId="{3EC658BF-CBC4-5792-53C0-7A80FCFCA42F}"/>
          </ac:spMkLst>
        </pc:spChg>
        <pc:spChg chg="mod">
          <ac:chgData name="Doucoure Sékou" userId="dbdfe042b34fbcd3" providerId="LiveId" clId="{DBE2FB79-7E0D-4C27-94C7-E5149F4E0993}" dt="2026-03-16T19:39:15.037" v="7361"/>
          <ac:spMkLst>
            <pc:docMk/>
            <pc:sldMk cId="976024223" sldId="307"/>
            <ac:spMk id="22" creationId="{CC878C4E-EFF7-4A86-5548-ECADD1689554}"/>
          </ac:spMkLst>
        </pc:spChg>
        <pc:spChg chg="mod">
          <ac:chgData name="Doucoure Sékou" userId="dbdfe042b34fbcd3" providerId="LiveId" clId="{DBE2FB79-7E0D-4C27-94C7-E5149F4E0993}" dt="2026-03-16T19:39:15.037" v="7361"/>
          <ac:spMkLst>
            <pc:docMk/>
            <pc:sldMk cId="976024223" sldId="307"/>
            <ac:spMk id="26" creationId="{9EEEC062-218F-91DA-FE18-56E07854003C}"/>
          </ac:spMkLst>
        </pc:spChg>
        <pc:spChg chg="mod">
          <ac:chgData name="Doucoure Sékou" userId="dbdfe042b34fbcd3" providerId="LiveId" clId="{DBE2FB79-7E0D-4C27-94C7-E5149F4E0993}" dt="2026-03-16T19:39:15.037" v="7361"/>
          <ac:spMkLst>
            <pc:docMk/>
            <pc:sldMk cId="976024223" sldId="307"/>
            <ac:spMk id="31" creationId="{C38E2DF9-B2EA-8F1E-989C-A4FB5DBC1655}"/>
          </ac:spMkLst>
        </pc:spChg>
        <pc:spChg chg="mod">
          <ac:chgData name="Doucoure Sékou" userId="dbdfe042b34fbcd3" providerId="LiveId" clId="{DBE2FB79-7E0D-4C27-94C7-E5149F4E0993}" dt="2026-03-16T19:39:15.037" v="7361"/>
          <ac:spMkLst>
            <pc:docMk/>
            <pc:sldMk cId="976024223" sldId="307"/>
            <ac:spMk id="32" creationId="{34A673D1-22ED-9B92-ED22-0C8D7B800FE6}"/>
          </ac:spMkLst>
        </pc:spChg>
        <pc:spChg chg="mod">
          <ac:chgData name="Doucoure Sékou" userId="dbdfe042b34fbcd3" providerId="LiveId" clId="{DBE2FB79-7E0D-4C27-94C7-E5149F4E0993}" dt="2026-03-16T19:39:15.037" v="7361"/>
          <ac:spMkLst>
            <pc:docMk/>
            <pc:sldMk cId="976024223" sldId="307"/>
            <ac:spMk id="33" creationId="{F1014F16-75EF-AD32-A78C-FCBAF9CF9BF6}"/>
          </ac:spMkLst>
        </pc:spChg>
        <pc:spChg chg="mod">
          <ac:chgData name="Doucoure Sékou" userId="dbdfe042b34fbcd3" providerId="LiveId" clId="{DBE2FB79-7E0D-4C27-94C7-E5149F4E0993}" dt="2026-03-16T19:39:15.037" v="7361"/>
          <ac:spMkLst>
            <pc:docMk/>
            <pc:sldMk cId="976024223" sldId="307"/>
            <ac:spMk id="34" creationId="{686EAB86-7EEB-1BF7-ADB7-35B026695AC7}"/>
          </ac:spMkLst>
        </pc:spChg>
        <pc:spChg chg="mod">
          <ac:chgData name="Doucoure Sékou" userId="dbdfe042b34fbcd3" providerId="LiveId" clId="{DBE2FB79-7E0D-4C27-94C7-E5149F4E0993}" dt="2026-03-16T19:39:15.037" v="7361"/>
          <ac:spMkLst>
            <pc:docMk/>
            <pc:sldMk cId="976024223" sldId="307"/>
            <ac:spMk id="35" creationId="{98977D75-6AF9-8088-C7F5-B8E896212773}"/>
          </ac:spMkLst>
        </pc:spChg>
        <pc:spChg chg="mod">
          <ac:chgData name="Doucoure Sékou" userId="dbdfe042b34fbcd3" providerId="LiveId" clId="{DBE2FB79-7E0D-4C27-94C7-E5149F4E0993}" dt="2026-03-16T19:39:15.037" v="7361"/>
          <ac:spMkLst>
            <pc:docMk/>
            <pc:sldMk cId="976024223" sldId="307"/>
            <ac:spMk id="36" creationId="{92138CAD-653E-316A-BBCC-6F67FE424F43}"/>
          </ac:spMkLst>
        </pc:spChg>
        <pc:spChg chg="mod">
          <ac:chgData name="Doucoure Sékou" userId="dbdfe042b34fbcd3" providerId="LiveId" clId="{DBE2FB79-7E0D-4C27-94C7-E5149F4E0993}" dt="2026-03-16T19:39:15.037" v="7361"/>
          <ac:spMkLst>
            <pc:docMk/>
            <pc:sldMk cId="976024223" sldId="307"/>
            <ac:spMk id="43" creationId="{584F7793-9848-42CD-128B-059CB82DB05E}"/>
          </ac:spMkLst>
        </pc:spChg>
        <pc:spChg chg="mod">
          <ac:chgData name="Doucoure Sékou" userId="dbdfe042b34fbcd3" providerId="LiveId" clId="{DBE2FB79-7E0D-4C27-94C7-E5149F4E0993}" dt="2026-03-16T19:39:15.037" v="7361"/>
          <ac:spMkLst>
            <pc:docMk/>
            <pc:sldMk cId="976024223" sldId="307"/>
            <ac:spMk id="44" creationId="{8B47ACFF-787A-9043-FEE1-B2F322A4B486}"/>
          </ac:spMkLst>
        </pc:spChg>
        <pc:graphicFrameChg chg="mod">
          <ac:chgData name="Doucoure Sékou" userId="dbdfe042b34fbcd3" providerId="LiveId" clId="{DBE2FB79-7E0D-4C27-94C7-E5149F4E0993}" dt="2026-03-16T19:39:15.037" v="7361"/>
          <ac:graphicFrameMkLst>
            <pc:docMk/>
            <pc:sldMk cId="976024223" sldId="307"/>
            <ac:graphicFrameMk id="2" creationId="{B7E7460F-B71D-22BD-2A17-B29B6E6FC9EA}"/>
          </ac:graphicFrameMkLst>
        </pc:graphicFrameChg>
        <pc:graphicFrameChg chg="mod modGraphic">
          <ac:chgData name="Doucoure Sékou" userId="dbdfe042b34fbcd3" providerId="LiveId" clId="{DBE2FB79-7E0D-4C27-94C7-E5149F4E0993}" dt="2026-03-16T19:39:15.037" v="7361"/>
          <ac:graphicFrameMkLst>
            <pc:docMk/>
            <pc:sldMk cId="976024223" sldId="307"/>
            <ac:graphicFrameMk id="172" creationId="{66DCA090-B9DB-6582-AFCC-EB1FE0F057F0}"/>
          </ac:graphicFrameMkLst>
        </pc:graphicFrameChg>
        <pc:picChg chg="add">
          <ac:chgData name="Doucoure Sékou" userId="dbdfe042b34fbcd3" providerId="LiveId" clId="{DBE2FB79-7E0D-4C27-94C7-E5149F4E0993}" dt="2026-03-10T01:06:43.577" v="2745" actId="22"/>
          <ac:picMkLst>
            <pc:docMk/>
            <pc:sldMk cId="976024223" sldId="307"/>
            <ac:picMk id="3" creationId="{8534BD5D-411B-EA49-A1A1-E87FB6E60FD9}"/>
          </ac:picMkLst>
        </pc:picChg>
        <pc:picChg chg="add mod">
          <ac:chgData name="Doucoure Sékou" userId="dbdfe042b34fbcd3" providerId="LiveId" clId="{DBE2FB79-7E0D-4C27-94C7-E5149F4E0993}" dt="2026-03-16T19:39:15.037" v="7361"/>
          <ac:picMkLst>
            <pc:docMk/>
            <pc:sldMk cId="976024223" sldId="307"/>
            <ac:picMk id="3" creationId="{BF4C9FD8-E060-D36A-A73D-7B06C43D5BDA}"/>
          </ac:picMkLst>
        </pc:picChg>
        <pc:picChg chg="del">
          <ac:chgData name="Doucoure Sékou" userId="dbdfe042b34fbcd3" providerId="LiveId" clId="{DBE2FB79-7E0D-4C27-94C7-E5149F4E0993}" dt="2026-03-12T11:10:09.615" v="4967" actId="478"/>
          <ac:picMkLst>
            <pc:docMk/>
            <pc:sldMk cId="976024223" sldId="307"/>
            <ac:picMk id="25" creationId="{5F488FC6-4774-909B-1839-1D42F3990F46}"/>
          </ac:picMkLst>
        </pc:picChg>
        <pc:picChg chg="del">
          <ac:chgData name="Doucoure Sékou" userId="dbdfe042b34fbcd3" providerId="LiveId" clId="{DBE2FB79-7E0D-4C27-94C7-E5149F4E0993}" dt="2026-03-14T16:43:04.223" v="5823" actId="478"/>
          <ac:picMkLst>
            <pc:docMk/>
            <pc:sldMk cId="976024223" sldId="307"/>
            <ac:picMk id="37" creationId="{50161E7D-7043-070C-ED33-9CC4B3805564}"/>
          </ac:picMkLst>
        </pc:picChg>
      </pc:sldChg>
      <pc:sldChg chg="addSp delSp modSp mod modTransition modAnim modNotes">
        <pc:chgData name="Doucoure Sékou" userId="dbdfe042b34fbcd3" providerId="LiveId" clId="{DBE2FB79-7E0D-4C27-94C7-E5149F4E0993}" dt="2026-03-16T19:39:15.037" v="7361"/>
        <pc:sldMkLst>
          <pc:docMk/>
          <pc:sldMk cId="381948080" sldId="308"/>
        </pc:sldMkLst>
        <pc:spChg chg="mod">
          <ac:chgData name="Doucoure Sékou" userId="dbdfe042b34fbcd3" providerId="LiveId" clId="{DBE2FB79-7E0D-4C27-94C7-E5149F4E0993}" dt="2026-03-16T19:39:15.037" v="7361"/>
          <ac:spMkLst>
            <pc:docMk/>
            <pc:sldMk cId="381948080" sldId="308"/>
            <ac:spMk id="20" creationId="{6A19D97C-66DB-20F0-D51D-20F1406F45A7}"/>
          </ac:spMkLst>
        </pc:spChg>
        <pc:spChg chg="mod">
          <ac:chgData name="Doucoure Sékou" userId="dbdfe042b34fbcd3" providerId="LiveId" clId="{DBE2FB79-7E0D-4C27-94C7-E5149F4E0993}" dt="2026-03-16T19:39:15.037" v="7361"/>
          <ac:spMkLst>
            <pc:docMk/>
            <pc:sldMk cId="381948080" sldId="308"/>
            <ac:spMk id="22" creationId="{E5158558-6C4C-29D9-84B5-DA5A6384C73B}"/>
          </ac:spMkLst>
        </pc:spChg>
        <pc:spChg chg="mod">
          <ac:chgData name="Doucoure Sékou" userId="dbdfe042b34fbcd3" providerId="LiveId" clId="{DBE2FB79-7E0D-4C27-94C7-E5149F4E0993}" dt="2026-03-16T19:39:15.037" v="7361"/>
          <ac:spMkLst>
            <pc:docMk/>
            <pc:sldMk cId="381948080" sldId="308"/>
            <ac:spMk id="26" creationId="{18A75831-F5D9-03F8-7E02-90A0C2C2BA55}"/>
          </ac:spMkLst>
        </pc:spChg>
        <pc:spChg chg="mod">
          <ac:chgData name="Doucoure Sékou" userId="dbdfe042b34fbcd3" providerId="LiveId" clId="{DBE2FB79-7E0D-4C27-94C7-E5149F4E0993}" dt="2026-03-16T19:39:15.037" v="7361"/>
          <ac:spMkLst>
            <pc:docMk/>
            <pc:sldMk cId="381948080" sldId="308"/>
            <ac:spMk id="31" creationId="{2FA5D466-F3F5-C89D-7EF3-5A68FDBC450A}"/>
          </ac:spMkLst>
        </pc:spChg>
        <pc:spChg chg="mod">
          <ac:chgData name="Doucoure Sékou" userId="dbdfe042b34fbcd3" providerId="LiveId" clId="{DBE2FB79-7E0D-4C27-94C7-E5149F4E0993}" dt="2026-03-16T19:39:15.037" v="7361"/>
          <ac:spMkLst>
            <pc:docMk/>
            <pc:sldMk cId="381948080" sldId="308"/>
            <ac:spMk id="32" creationId="{8BD5EB15-3FDC-6A2A-B8D6-866F6136AB53}"/>
          </ac:spMkLst>
        </pc:spChg>
        <pc:spChg chg="mod">
          <ac:chgData name="Doucoure Sékou" userId="dbdfe042b34fbcd3" providerId="LiveId" clId="{DBE2FB79-7E0D-4C27-94C7-E5149F4E0993}" dt="2026-03-16T19:39:15.037" v="7361"/>
          <ac:spMkLst>
            <pc:docMk/>
            <pc:sldMk cId="381948080" sldId="308"/>
            <ac:spMk id="33" creationId="{D66EB121-5476-ACD1-A5BB-95D5855DE179}"/>
          </ac:spMkLst>
        </pc:spChg>
        <pc:spChg chg="mod">
          <ac:chgData name="Doucoure Sékou" userId="dbdfe042b34fbcd3" providerId="LiveId" clId="{DBE2FB79-7E0D-4C27-94C7-E5149F4E0993}" dt="2026-03-16T19:39:15.037" v="7361"/>
          <ac:spMkLst>
            <pc:docMk/>
            <pc:sldMk cId="381948080" sldId="308"/>
            <ac:spMk id="34" creationId="{513DD26A-BEC3-F5EB-3D50-4D6F444DBC87}"/>
          </ac:spMkLst>
        </pc:spChg>
        <pc:spChg chg="mod">
          <ac:chgData name="Doucoure Sékou" userId="dbdfe042b34fbcd3" providerId="LiveId" clId="{DBE2FB79-7E0D-4C27-94C7-E5149F4E0993}" dt="2026-03-16T19:39:15.037" v="7361"/>
          <ac:spMkLst>
            <pc:docMk/>
            <pc:sldMk cId="381948080" sldId="308"/>
            <ac:spMk id="35" creationId="{2757F30C-87CE-ED5E-465A-1BA15BEB8329}"/>
          </ac:spMkLst>
        </pc:spChg>
        <pc:spChg chg="mod">
          <ac:chgData name="Doucoure Sékou" userId="dbdfe042b34fbcd3" providerId="LiveId" clId="{DBE2FB79-7E0D-4C27-94C7-E5149F4E0993}" dt="2026-03-16T19:39:15.037" v="7361"/>
          <ac:spMkLst>
            <pc:docMk/>
            <pc:sldMk cId="381948080" sldId="308"/>
            <ac:spMk id="36" creationId="{14CF8775-8BD0-7865-53A1-4251B71D601E}"/>
          </ac:spMkLst>
        </pc:spChg>
        <pc:spChg chg="mod">
          <ac:chgData name="Doucoure Sékou" userId="dbdfe042b34fbcd3" providerId="LiveId" clId="{DBE2FB79-7E0D-4C27-94C7-E5149F4E0993}" dt="2026-03-16T19:39:15.037" v="7361"/>
          <ac:spMkLst>
            <pc:docMk/>
            <pc:sldMk cId="381948080" sldId="308"/>
            <ac:spMk id="43" creationId="{5943CBCE-4B66-9BFA-1676-723B8D2A8C52}"/>
          </ac:spMkLst>
        </pc:spChg>
        <pc:spChg chg="mod">
          <ac:chgData name="Doucoure Sékou" userId="dbdfe042b34fbcd3" providerId="LiveId" clId="{DBE2FB79-7E0D-4C27-94C7-E5149F4E0993}" dt="2026-03-16T19:39:15.037" v="7361"/>
          <ac:spMkLst>
            <pc:docMk/>
            <pc:sldMk cId="381948080" sldId="308"/>
            <ac:spMk id="44" creationId="{DA61BA5B-D4E3-7DB8-AE8A-FD72078A755D}"/>
          </ac:spMkLst>
        </pc:spChg>
        <pc:graphicFrameChg chg="mod modGraphic">
          <ac:chgData name="Doucoure Sékou" userId="dbdfe042b34fbcd3" providerId="LiveId" clId="{DBE2FB79-7E0D-4C27-94C7-E5149F4E0993}" dt="2026-03-16T19:39:15.037" v="7361"/>
          <ac:graphicFrameMkLst>
            <pc:docMk/>
            <pc:sldMk cId="381948080" sldId="308"/>
            <ac:graphicFrameMk id="172" creationId="{F65F5EE2-E143-39C5-72E8-05AE4F5F60E2}"/>
          </ac:graphicFrameMkLst>
        </pc:graphicFrameChg>
        <pc:picChg chg="add mod">
          <ac:chgData name="Doucoure Sékou" userId="dbdfe042b34fbcd3" providerId="LiveId" clId="{DBE2FB79-7E0D-4C27-94C7-E5149F4E0993}" dt="2026-03-16T19:39:15.037" v="7361"/>
          <ac:picMkLst>
            <pc:docMk/>
            <pc:sldMk cId="381948080" sldId="308"/>
            <ac:picMk id="2" creationId="{2FFC30C4-9816-7FFA-683D-09878FAC0634}"/>
          </ac:picMkLst>
        </pc:picChg>
        <pc:picChg chg="del">
          <ac:chgData name="Doucoure Sékou" userId="dbdfe042b34fbcd3" providerId="LiveId" clId="{DBE2FB79-7E0D-4C27-94C7-E5149F4E0993}" dt="2026-03-12T11:10:31.143" v="4982" actId="478"/>
          <ac:picMkLst>
            <pc:docMk/>
            <pc:sldMk cId="381948080" sldId="308"/>
            <ac:picMk id="25" creationId="{409B2D14-83B0-D10E-A2F9-62FC9A6D9412}"/>
          </ac:picMkLst>
        </pc:picChg>
        <pc:picChg chg="del">
          <ac:chgData name="Doucoure Sékou" userId="dbdfe042b34fbcd3" providerId="LiveId" clId="{DBE2FB79-7E0D-4C27-94C7-E5149F4E0993}" dt="2026-03-14T16:43:16.203" v="5825" actId="478"/>
          <ac:picMkLst>
            <pc:docMk/>
            <pc:sldMk cId="381948080" sldId="308"/>
            <ac:picMk id="37" creationId="{B9751EF5-7C8C-9B2C-5116-54399D5B4382}"/>
          </ac:picMkLst>
        </pc:picChg>
      </pc:sldChg>
      <pc:sldChg chg="addSp delSp modSp mod modTransition modAnim modNotes">
        <pc:chgData name="Doucoure Sékou" userId="dbdfe042b34fbcd3" providerId="LiveId" clId="{DBE2FB79-7E0D-4C27-94C7-E5149F4E0993}" dt="2026-03-16T19:39:15.037" v="7361"/>
        <pc:sldMkLst>
          <pc:docMk/>
          <pc:sldMk cId="1970617517" sldId="309"/>
        </pc:sldMkLst>
        <pc:spChg chg="add del mod">
          <ac:chgData name="Doucoure Sékou" userId="dbdfe042b34fbcd3" providerId="LiveId" clId="{DBE2FB79-7E0D-4C27-94C7-E5149F4E0993}" dt="2026-03-14T17:44:12.833" v="6104" actId="478"/>
          <ac:spMkLst>
            <pc:docMk/>
            <pc:sldMk cId="1970617517" sldId="309"/>
            <ac:spMk id="2" creationId="{D322FCE9-8E97-2506-3A9F-7DE850D7B4A0}"/>
          </ac:spMkLst>
        </pc:spChg>
        <pc:spChg chg="mod">
          <ac:chgData name="Doucoure Sékou" userId="dbdfe042b34fbcd3" providerId="LiveId" clId="{DBE2FB79-7E0D-4C27-94C7-E5149F4E0993}" dt="2026-03-16T19:39:15.037" v="7361"/>
          <ac:spMkLst>
            <pc:docMk/>
            <pc:sldMk cId="1970617517" sldId="309"/>
            <ac:spMk id="20" creationId="{6FBEA7B5-3EEF-D54E-C4CB-F1552ADDD3DD}"/>
          </ac:spMkLst>
        </pc:spChg>
        <pc:spChg chg="mod">
          <ac:chgData name="Doucoure Sékou" userId="dbdfe042b34fbcd3" providerId="LiveId" clId="{DBE2FB79-7E0D-4C27-94C7-E5149F4E0993}" dt="2026-03-16T19:39:15.037" v="7361"/>
          <ac:spMkLst>
            <pc:docMk/>
            <pc:sldMk cId="1970617517" sldId="309"/>
            <ac:spMk id="22" creationId="{0CA3F2AB-63EB-182A-6595-736C19AF1835}"/>
          </ac:spMkLst>
        </pc:spChg>
        <pc:spChg chg="mod">
          <ac:chgData name="Doucoure Sékou" userId="dbdfe042b34fbcd3" providerId="LiveId" clId="{DBE2FB79-7E0D-4C27-94C7-E5149F4E0993}" dt="2026-03-16T19:39:15.037" v="7361"/>
          <ac:spMkLst>
            <pc:docMk/>
            <pc:sldMk cId="1970617517" sldId="309"/>
            <ac:spMk id="26" creationId="{ECE80E52-E398-707F-8F54-EE33FF704E9F}"/>
          </ac:spMkLst>
        </pc:spChg>
        <pc:spChg chg="mod">
          <ac:chgData name="Doucoure Sékou" userId="dbdfe042b34fbcd3" providerId="LiveId" clId="{DBE2FB79-7E0D-4C27-94C7-E5149F4E0993}" dt="2026-03-16T19:39:15.037" v="7361"/>
          <ac:spMkLst>
            <pc:docMk/>
            <pc:sldMk cId="1970617517" sldId="309"/>
            <ac:spMk id="31" creationId="{3F724C32-3C37-01F0-1398-2832A104F790}"/>
          </ac:spMkLst>
        </pc:spChg>
        <pc:spChg chg="mod">
          <ac:chgData name="Doucoure Sékou" userId="dbdfe042b34fbcd3" providerId="LiveId" clId="{DBE2FB79-7E0D-4C27-94C7-E5149F4E0993}" dt="2026-03-16T19:39:15.037" v="7361"/>
          <ac:spMkLst>
            <pc:docMk/>
            <pc:sldMk cId="1970617517" sldId="309"/>
            <ac:spMk id="32" creationId="{45A8A7FB-A612-4251-B30C-58767CA38AFD}"/>
          </ac:spMkLst>
        </pc:spChg>
        <pc:spChg chg="mod">
          <ac:chgData name="Doucoure Sékou" userId="dbdfe042b34fbcd3" providerId="LiveId" clId="{DBE2FB79-7E0D-4C27-94C7-E5149F4E0993}" dt="2026-03-16T19:39:15.037" v="7361"/>
          <ac:spMkLst>
            <pc:docMk/>
            <pc:sldMk cId="1970617517" sldId="309"/>
            <ac:spMk id="33" creationId="{0FA52CAA-BB52-E77D-F2C2-76518A8F23F0}"/>
          </ac:spMkLst>
        </pc:spChg>
        <pc:spChg chg="mod">
          <ac:chgData name="Doucoure Sékou" userId="dbdfe042b34fbcd3" providerId="LiveId" clId="{DBE2FB79-7E0D-4C27-94C7-E5149F4E0993}" dt="2026-03-16T19:39:15.037" v="7361"/>
          <ac:spMkLst>
            <pc:docMk/>
            <pc:sldMk cId="1970617517" sldId="309"/>
            <ac:spMk id="34" creationId="{C72453C3-70DC-830B-B84C-975A5B30F598}"/>
          </ac:spMkLst>
        </pc:spChg>
        <pc:spChg chg="mod">
          <ac:chgData name="Doucoure Sékou" userId="dbdfe042b34fbcd3" providerId="LiveId" clId="{DBE2FB79-7E0D-4C27-94C7-E5149F4E0993}" dt="2026-03-16T19:39:15.037" v="7361"/>
          <ac:spMkLst>
            <pc:docMk/>
            <pc:sldMk cId="1970617517" sldId="309"/>
            <ac:spMk id="35" creationId="{755A317B-286D-AA13-FA5F-333BE1AC1D22}"/>
          </ac:spMkLst>
        </pc:spChg>
        <pc:spChg chg="mod">
          <ac:chgData name="Doucoure Sékou" userId="dbdfe042b34fbcd3" providerId="LiveId" clId="{DBE2FB79-7E0D-4C27-94C7-E5149F4E0993}" dt="2026-03-16T19:39:15.037" v="7361"/>
          <ac:spMkLst>
            <pc:docMk/>
            <pc:sldMk cId="1970617517" sldId="309"/>
            <ac:spMk id="36" creationId="{90E76E0B-CC1E-3E2F-51A8-1E376FBF0D20}"/>
          </ac:spMkLst>
        </pc:spChg>
        <pc:spChg chg="mod">
          <ac:chgData name="Doucoure Sékou" userId="dbdfe042b34fbcd3" providerId="LiveId" clId="{DBE2FB79-7E0D-4C27-94C7-E5149F4E0993}" dt="2026-03-16T19:39:15.037" v="7361"/>
          <ac:spMkLst>
            <pc:docMk/>
            <pc:sldMk cId="1970617517" sldId="309"/>
            <ac:spMk id="43" creationId="{03EEC7DE-3F4B-D2F0-56CF-57B50BDEC01E}"/>
          </ac:spMkLst>
        </pc:spChg>
        <pc:spChg chg="mod">
          <ac:chgData name="Doucoure Sékou" userId="dbdfe042b34fbcd3" providerId="LiveId" clId="{DBE2FB79-7E0D-4C27-94C7-E5149F4E0993}" dt="2026-03-16T19:39:15.037" v="7361"/>
          <ac:spMkLst>
            <pc:docMk/>
            <pc:sldMk cId="1970617517" sldId="309"/>
            <ac:spMk id="44" creationId="{B3C7DD77-2AFA-1609-9364-4290355DEA7D}"/>
          </ac:spMkLst>
        </pc:spChg>
        <pc:graphicFrameChg chg="add mod modGraphic">
          <ac:chgData name="Doucoure Sékou" userId="dbdfe042b34fbcd3" providerId="LiveId" clId="{DBE2FB79-7E0D-4C27-94C7-E5149F4E0993}" dt="2026-03-16T19:39:15.037" v="7361"/>
          <ac:graphicFrameMkLst>
            <pc:docMk/>
            <pc:sldMk cId="1970617517" sldId="309"/>
            <ac:graphicFrameMk id="23" creationId="{00000000-0000-0000-0000-000000000000}"/>
          </ac:graphicFrameMkLst>
        </pc:graphicFrameChg>
        <pc:graphicFrameChg chg="add del modGraphic">
          <ac:chgData name="Doucoure Sékou" userId="dbdfe042b34fbcd3" providerId="LiveId" clId="{DBE2FB79-7E0D-4C27-94C7-E5149F4E0993}" dt="2026-03-10T23:35:24.863" v="3090" actId="478"/>
          <ac:graphicFrameMkLst>
            <pc:docMk/>
            <pc:sldMk cId="1970617517" sldId="309"/>
            <ac:graphicFrameMk id="172" creationId="{365211BC-0465-7136-E509-E17F2E41680D}"/>
          </ac:graphicFrameMkLst>
        </pc:graphicFrameChg>
        <pc:picChg chg="add mod">
          <ac:chgData name="Doucoure Sékou" userId="dbdfe042b34fbcd3" providerId="LiveId" clId="{DBE2FB79-7E0D-4C27-94C7-E5149F4E0993}" dt="2026-03-16T19:39:15.037" v="7361"/>
          <ac:picMkLst>
            <pc:docMk/>
            <pc:sldMk cId="1970617517" sldId="309"/>
            <ac:picMk id="3" creationId="{E2EA632C-AFCF-C593-6771-C9D23F80E117}"/>
          </ac:picMkLst>
        </pc:picChg>
        <pc:picChg chg="add del mod">
          <ac:chgData name="Doucoure Sékou" userId="dbdfe042b34fbcd3" providerId="LiveId" clId="{DBE2FB79-7E0D-4C27-94C7-E5149F4E0993}" dt="2026-03-10T23:27:39.470" v="2962" actId="22"/>
          <ac:picMkLst>
            <pc:docMk/>
            <pc:sldMk cId="1970617517" sldId="309"/>
            <ac:picMk id="4" creationId="{319DF98A-AA65-E11D-C5FB-D1DCADAD5A55}"/>
          </ac:picMkLst>
        </pc:picChg>
        <pc:picChg chg="add del mod">
          <ac:chgData name="Doucoure Sékou" userId="dbdfe042b34fbcd3" providerId="LiveId" clId="{DBE2FB79-7E0D-4C27-94C7-E5149F4E0993}" dt="2026-03-10T23:27:48.554" v="2966" actId="22"/>
          <ac:picMkLst>
            <pc:docMk/>
            <pc:sldMk cId="1970617517" sldId="309"/>
            <ac:picMk id="6" creationId="{F8E845D6-58CF-7CF7-CE06-31C369F15BED}"/>
          </ac:picMkLst>
        </pc:picChg>
        <pc:picChg chg="del">
          <ac:chgData name="Doucoure Sékou" userId="dbdfe042b34fbcd3" providerId="LiveId" clId="{DBE2FB79-7E0D-4C27-94C7-E5149F4E0993}" dt="2026-03-12T11:10:44.341" v="4986" actId="478"/>
          <ac:picMkLst>
            <pc:docMk/>
            <pc:sldMk cId="1970617517" sldId="309"/>
            <ac:picMk id="25" creationId="{67D0A3C0-B3FE-EE57-3CAA-04D0639D7AF1}"/>
          </ac:picMkLst>
        </pc:picChg>
        <pc:picChg chg="del">
          <ac:chgData name="Doucoure Sékou" userId="dbdfe042b34fbcd3" providerId="LiveId" clId="{DBE2FB79-7E0D-4C27-94C7-E5149F4E0993}" dt="2026-03-14T16:43:29.654" v="5827" actId="478"/>
          <ac:picMkLst>
            <pc:docMk/>
            <pc:sldMk cId="1970617517" sldId="309"/>
            <ac:picMk id="37" creationId="{8523CAB4-F459-29D0-1F9B-AA5BAA80A47D}"/>
          </ac:picMkLst>
        </pc:picChg>
        <pc:picChg chg="del mod">
          <ac:chgData name="Doucoure Sékou" userId="dbdfe042b34fbcd3" providerId="LiveId" clId="{DBE2FB79-7E0D-4C27-94C7-E5149F4E0993}" dt="2026-03-14T17:44:09.559" v="6103" actId="478"/>
          <ac:picMkLst>
            <pc:docMk/>
            <pc:sldMk cId="1970617517" sldId="309"/>
            <ac:picMk id="1032" creationId="{947EB558-19EC-D283-62F4-A5A5314AB060}"/>
          </ac:picMkLst>
        </pc:picChg>
      </pc:sldChg>
      <pc:sldChg chg="addSp delSp modSp add del mod">
        <pc:chgData name="Doucoure Sékou" userId="dbdfe042b34fbcd3" providerId="LiveId" clId="{DBE2FB79-7E0D-4C27-94C7-E5149F4E0993}" dt="2026-03-10T22:51:33.270" v="2905" actId="2696"/>
        <pc:sldMkLst>
          <pc:docMk/>
          <pc:sldMk cId="1296122084" sldId="310"/>
        </pc:sldMkLst>
        <pc:spChg chg="del mod">
          <ac:chgData name="Doucoure Sékou" userId="dbdfe042b34fbcd3" providerId="LiveId" clId="{DBE2FB79-7E0D-4C27-94C7-E5149F4E0993}" dt="2026-03-10T22:48:00.540" v="2846" actId="478"/>
          <ac:spMkLst>
            <pc:docMk/>
            <pc:sldMk cId="1296122084" sldId="310"/>
            <ac:spMk id="2" creationId="{C949A9BC-F870-716E-36B0-673DAD2AFE97}"/>
          </ac:spMkLst>
        </pc:spChg>
        <pc:spChg chg="mod">
          <ac:chgData name="Doucoure Sékou" userId="dbdfe042b34fbcd3" providerId="LiveId" clId="{DBE2FB79-7E0D-4C27-94C7-E5149F4E0993}" dt="2026-03-10T22:50:15.320" v="2904" actId="20577"/>
          <ac:spMkLst>
            <pc:docMk/>
            <pc:sldMk cId="1296122084" sldId="310"/>
            <ac:spMk id="26" creationId="{6B9DA690-2973-8094-6DBA-7F8A2F0AD1E6}"/>
          </ac:spMkLst>
        </pc:spChg>
        <pc:graphicFrameChg chg="add mod modGraphic">
          <ac:chgData name="Doucoure Sékou" userId="dbdfe042b34fbcd3" providerId="LiveId" clId="{DBE2FB79-7E0D-4C27-94C7-E5149F4E0993}" dt="2026-03-10T22:46:11.130" v="2820" actId="14734"/>
          <ac:graphicFrameMkLst>
            <pc:docMk/>
            <pc:sldMk cId="1296122084" sldId="310"/>
            <ac:graphicFrameMk id="3" creationId="{00000000-0000-0000-0000-000000000000}"/>
          </ac:graphicFrameMkLst>
        </pc:graphicFrameChg>
        <pc:graphicFrameChg chg="del">
          <ac:chgData name="Doucoure Sékou" userId="dbdfe042b34fbcd3" providerId="LiveId" clId="{DBE2FB79-7E0D-4C27-94C7-E5149F4E0993}" dt="2026-03-10T22:44:33.275" v="2774" actId="478"/>
          <ac:graphicFrameMkLst>
            <pc:docMk/>
            <pc:sldMk cId="1296122084" sldId="310"/>
            <ac:graphicFrameMk id="172" creationId="{F6D437D7-5B74-DE26-49AA-4C4AFB55D4BE}"/>
          </ac:graphicFrameMkLst>
        </pc:graphicFrameChg>
        <pc:picChg chg="del">
          <ac:chgData name="Doucoure Sékou" userId="dbdfe042b34fbcd3" providerId="LiveId" clId="{DBE2FB79-7E0D-4C27-94C7-E5149F4E0993}" dt="2026-03-10T22:46:16.004" v="2821" actId="478"/>
          <ac:picMkLst>
            <pc:docMk/>
            <pc:sldMk cId="1296122084" sldId="310"/>
            <ac:picMk id="1032" creationId="{E25A65AF-D166-0BFE-93DA-1A59141F113C}"/>
          </ac:picMkLst>
        </pc:picChg>
      </pc:sldChg>
      <pc:sldChg chg="addSp delSp modSp add mod modTransition modAnim modNotes">
        <pc:chgData name="Doucoure Sékou" userId="dbdfe042b34fbcd3" providerId="LiveId" clId="{DBE2FB79-7E0D-4C27-94C7-E5149F4E0993}" dt="2026-03-16T19:39:15.037" v="7361"/>
        <pc:sldMkLst>
          <pc:docMk/>
          <pc:sldMk cId="3543428743" sldId="310"/>
        </pc:sldMkLst>
        <pc:spChg chg="add del mod">
          <ac:chgData name="Doucoure Sékou" userId="dbdfe042b34fbcd3" providerId="LiveId" clId="{DBE2FB79-7E0D-4C27-94C7-E5149F4E0993}" dt="2026-03-16T19:39:15.037" v="7361"/>
          <ac:spMkLst>
            <pc:docMk/>
            <pc:sldMk cId="3543428743" sldId="310"/>
            <ac:spMk id="2" creationId="{0B7DDF67-79E7-B6E0-C8BF-FB5B4BE35BC3}"/>
          </ac:spMkLst>
        </pc:spChg>
        <pc:spChg chg="add">
          <ac:chgData name="Doucoure Sékou" userId="dbdfe042b34fbcd3" providerId="LiveId" clId="{DBE2FB79-7E0D-4C27-94C7-E5149F4E0993}" dt="2026-03-10T23:39:41.284" v="3119"/>
          <ac:spMkLst>
            <pc:docMk/>
            <pc:sldMk cId="3543428743" sldId="310"/>
            <ac:spMk id="7" creationId="{4CC4D011-8808-8A0A-D3FB-2D0FB94032FB}"/>
          </ac:spMkLst>
        </pc:spChg>
        <pc:spChg chg="mod">
          <ac:chgData name="Doucoure Sékou" userId="dbdfe042b34fbcd3" providerId="LiveId" clId="{DBE2FB79-7E0D-4C27-94C7-E5149F4E0993}" dt="2026-03-16T19:39:15.037" v="7361"/>
          <ac:spMkLst>
            <pc:docMk/>
            <pc:sldMk cId="3543428743" sldId="310"/>
            <ac:spMk id="20" creationId="{14163460-CD2B-C1DD-518D-87EDF516CB78}"/>
          </ac:spMkLst>
        </pc:spChg>
        <pc:spChg chg="mod">
          <ac:chgData name="Doucoure Sékou" userId="dbdfe042b34fbcd3" providerId="LiveId" clId="{DBE2FB79-7E0D-4C27-94C7-E5149F4E0993}" dt="2026-03-16T19:39:15.037" v="7361"/>
          <ac:spMkLst>
            <pc:docMk/>
            <pc:sldMk cId="3543428743" sldId="310"/>
            <ac:spMk id="22" creationId="{61581BEB-EEFB-B3D8-65CB-FF018D4DE017}"/>
          </ac:spMkLst>
        </pc:spChg>
        <pc:spChg chg="mod">
          <ac:chgData name="Doucoure Sékou" userId="dbdfe042b34fbcd3" providerId="LiveId" clId="{DBE2FB79-7E0D-4C27-94C7-E5149F4E0993}" dt="2026-03-16T19:39:15.037" v="7361"/>
          <ac:spMkLst>
            <pc:docMk/>
            <pc:sldMk cId="3543428743" sldId="310"/>
            <ac:spMk id="26" creationId="{5A1FF859-5439-9B43-0861-8846AEA21BED}"/>
          </ac:spMkLst>
        </pc:spChg>
        <pc:spChg chg="mod">
          <ac:chgData name="Doucoure Sékou" userId="dbdfe042b34fbcd3" providerId="LiveId" clId="{DBE2FB79-7E0D-4C27-94C7-E5149F4E0993}" dt="2026-03-16T19:39:15.037" v="7361"/>
          <ac:spMkLst>
            <pc:docMk/>
            <pc:sldMk cId="3543428743" sldId="310"/>
            <ac:spMk id="31" creationId="{62533F77-FE95-F565-AF2A-0B65F17798B7}"/>
          </ac:spMkLst>
        </pc:spChg>
        <pc:spChg chg="mod">
          <ac:chgData name="Doucoure Sékou" userId="dbdfe042b34fbcd3" providerId="LiveId" clId="{DBE2FB79-7E0D-4C27-94C7-E5149F4E0993}" dt="2026-03-16T19:39:15.037" v="7361"/>
          <ac:spMkLst>
            <pc:docMk/>
            <pc:sldMk cId="3543428743" sldId="310"/>
            <ac:spMk id="32" creationId="{8D70AE84-5171-B843-3CC9-09B187191D48}"/>
          </ac:spMkLst>
        </pc:spChg>
        <pc:spChg chg="mod">
          <ac:chgData name="Doucoure Sékou" userId="dbdfe042b34fbcd3" providerId="LiveId" clId="{DBE2FB79-7E0D-4C27-94C7-E5149F4E0993}" dt="2026-03-16T19:39:15.037" v="7361"/>
          <ac:spMkLst>
            <pc:docMk/>
            <pc:sldMk cId="3543428743" sldId="310"/>
            <ac:spMk id="33" creationId="{CC93FD0B-A473-938F-7C1D-2DEC490D6517}"/>
          </ac:spMkLst>
        </pc:spChg>
        <pc:spChg chg="mod">
          <ac:chgData name="Doucoure Sékou" userId="dbdfe042b34fbcd3" providerId="LiveId" clId="{DBE2FB79-7E0D-4C27-94C7-E5149F4E0993}" dt="2026-03-16T19:39:15.037" v="7361"/>
          <ac:spMkLst>
            <pc:docMk/>
            <pc:sldMk cId="3543428743" sldId="310"/>
            <ac:spMk id="34" creationId="{FDDD6105-7F1D-8B07-A4DE-EAA840AD4F7D}"/>
          </ac:spMkLst>
        </pc:spChg>
        <pc:spChg chg="mod">
          <ac:chgData name="Doucoure Sékou" userId="dbdfe042b34fbcd3" providerId="LiveId" clId="{DBE2FB79-7E0D-4C27-94C7-E5149F4E0993}" dt="2026-03-16T19:39:15.037" v="7361"/>
          <ac:spMkLst>
            <pc:docMk/>
            <pc:sldMk cId="3543428743" sldId="310"/>
            <ac:spMk id="35" creationId="{C040DFDD-1EE1-A7B9-5CDF-CC4FF926D3D7}"/>
          </ac:spMkLst>
        </pc:spChg>
        <pc:spChg chg="mod">
          <ac:chgData name="Doucoure Sékou" userId="dbdfe042b34fbcd3" providerId="LiveId" clId="{DBE2FB79-7E0D-4C27-94C7-E5149F4E0993}" dt="2026-03-16T19:39:15.037" v="7361"/>
          <ac:spMkLst>
            <pc:docMk/>
            <pc:sldMk cId="3543428743" sldId="310"/>
            <ac:spMk id="36" creationId="{1DB2C389-565E-2B64-6DC5-A2D863C83E75}"/>
          </ac:spMkLst>
        </pc:spChg>
        <pc:spChg chg="mod">
          <ac:chgData name="Doucoure Sékou" userId="dbdfe042b34fbcd3" providerId="LiveId" clId="{DBE2FB79-7E0D-4C27-94C7-E5149F4E0993}" dt="2026-03-16T19:39:15.037" v="7361"/>
          <ac:spMkLst>
            <pc:docMk/>
            <pc:sldMk cId="3543428743" sldId="310"/>
            <ac:spMk id="43" creationId="{7EFD7225-3157-1A6E-95F3-F95777E9AE78}"/>
          </ac:spMkLst>
        </pc:spChg>
        <pc:spChg chg="mod">
          <ac:chgData name="Doucoure Sékou" userId="dbdfe042b34fbcd3" providerId="LiveId" clId="{DBE2FB79-7E0D-4C27-94C7-E5149F4E0993}" dt="2026-03-16T19:39:15.037" v="7361"/>
          <ac:spMkLst>
            <pc:docMk/>
            <pc:sldMk cId="3543428743" sldId="310"/>
            <ac:spMk id="44" creationId="{D9BFF7A2-B75C-BD6B-42C9-CDB6D44F0AF0}"/>
          </ac:spMkLst>
        </pc:spChg>
        <pc:graphicFrameChg chg="add del mod modGraphic">
          <ac:chgData name="Doucoure Sékou" userId="dbdfe042b34fbcd3" providerId="LiveId" clId="{DBE2FB79-7E0D-4C27-94C7-E5149F4E0993}" dt="2026-03-16T19:39:15.037" v="7361"/>
          <ac:graphicFrameMkLst>
            <pc:docMk/>
            <pc:sldMk cId="3543428743" sldId="310"/>
            <ac:graphicFrameMk id="23" creationId="{00000000-0000-0000-0000-000000000000}"/>
          </ac:graphicFrameMkLst>
        </pc:graphicFrameChg>
        <pc:graphicFrameChg chg="del">
          <ac:chgData name="Doucoure Sékou" userId="dbdfe042b34fbcd3" providerId="LiveId" clId="{DBE2FB79-7E0D-4C27-94C7-E5149F4E0993}" dt="2026-03-10T23:28:47.707" v="2969" actId="478"/>
          <ac:graphicFrameMkLst>
            <pc:docMk/>
            <pc:sldMk cId="3543428743" sldId="310"/>
            <ac:graphicFrameMk id="172" creationId="{704DD574-8298-A9A4-1A82-852ECFBAA948}"/>
          </ac:graphicFrameMkLst>
        </pc:graphicFrameChg>
        <pc:picChg chg="add mod">
          <ac:chgData name="Doucoure Sékou" userId="dbdfe042b34fbcd3" providerId="LiveId" clId="{DBE2FB79-7E0D-4C27-94C7-E5149F4E0993}" dt="2026-03-10T23:21:15.908" v="2924"/>
          <ac:picMkLst>
            <pc:docMk/>
            <pc:sldMk cId="3543428743" sldId="310"/>
            <ac:picMk id="3" creationId="{3DA4C967-3846-7796-A89B-758AA0754755}"/>
          </ac:picMkLst>
        </pc:picChg>
        <pc:picChg chg="add mod">
          <ac:chgData name="Doucoure Sékou" userId="dbdfe042b34fbcd3" providerId="LiveId" clId="{DBE2FB79-7E0D-4C27-94C7-E5149F4E0993}" dt="2026-03-16T19:39:15.037" v="7361"/>
          <ac:picMkLst>
            <pc:docMk/>
            <pc:sldMk cId="3543428743" sldId="310"/>
            <ac:picMk id="3" creationId="{858B4DC6-DF94-F490-829B-4C7130A803CF}"/>
          </ac:picMkLst>
        </pc:picChg>
        <pc:picChg chg="add del mod">
          <ac:chgData name="Doucoure Sékou" userId="dbdfe042b34fbcd3" providerId="LiveId" clId="{DBE2FB79-7E0D-4C27-94C7-E5149F4E0993}" dt="2026-03-10T23:37:16.260" v="3093" actId="478"/>
          <ac:picMkLst>
            <pc:docMk/>
            <pc:sldMk cId="3543428743" sldId="310"/>
            <ac:picMk id="4" creationId="{0428A456-4FC3-22F7-6F44-B01BECCC7B80}"/>
          </ac:picMkLst>
        </pc:picChg>
        <pc:picChg chg="add mod">
          <ac:chgData name="Doucoure Sékou" userId="dbdfe042b34fbcd3" providerId="LiveId" clId="{DBE2FB79-7E0D-4C27-94C7-E5149F4E0993}" dt="2026-03-16T19:39:15.037" v="7361"/>
          <ac:picMkLst>
            <pc:docMk/>
            <pc:sldMk cId="3543428743" sldId="310"/>
            <ac:picMk id="6" creationId="{C66BBC98-678F-87F6-F440-6AB0D250192D}"/>
          </ac:picMkLst>
        </pc:picChg>
        <pc:picChg chg="del">
          <ac:chgData name="Doucoure Sékou" userId="dbdfe042b34fbcd3" providerId="LiveId" clId="{DBE2FB79-7E0D-4C27-94C7-E5149F4E0993}" dt="2026-03-12T11:10:56.798" v="4989" actId="478"/>
          <ac:picMkLst>
            <pc:docMk/>
            <pc:sldMk cId="3543428743" sldId="310"/>
            <ac:picMk id="25" creationId="{29874150-21EF-0F19-57CE-22C30C007977}"/>
          </ac:picMkLst>
        </pc:picChg>
        <pc:picChg chg="del">
          <ac:chgData name="Doucoure Sékou" userId="dbdfe042b34fbcd3" providerId="LiveId" clId="{DBE2FB79-7E0D-4C27-94C7-E5149F4E0993}" dt="2026-03-14T16:43:53.651" v="5829" actId="478"/>
          <ac:picMkLst>
            <pc:docMk/>
            <pc:sldMk cId="3543428743" sldId="310"/>
            <ac:picMk id="37" creationId="{320C023E-C074-3C2A-ABD9-185156AE5230}"/>
          </ac:picMkLst>
        </pc:picChg>
        <pc:picChg chg="add del">
          <ac:chgData name="Doucoure Sékou" userId="dbdfe042b34fbcd3" providerId="LiveId" clId="{DBE2FB79-7E0D-4C27-94C7-E5149F4E0993}" dt="2026-03-10T23:21:18.268" v="2926" actId="478"/>
          <ac:picMkLst>
            <pc:docMk/>
            <pc:sldMk cId="3543428743" sldId="310"/>
            <ac:picMk id="1032" creationId="{1AA71F48-06E3-4BBD-6569-9F04CA60716C}"/>
          </ac:picMkLst>
        </pc:picChg>
      </pc:sldChg>
      <pc:sldChg chg="addSp delSp modSp add del mod">
        <pc:chgData name="Doucoure Sékou" userId="dbdfe042b34fbcd3" providerId="LiveId" clId="{DBE2FB79-7E0D-4C27-94C7-E5149F4E0993}" dt="2026-03-12T11:52:24.570" v="5342" actId="2696"/>
        <pc:sldMkLst>
          <pc:docMk/>
          <pc:sldMk cId="2865873237" sldId="311"/>
        </pc:sldMkLst>
        <pc:spChg chg="del">
          <ac:chgData name="Doucoure Sékou" userId="dbdfe042b34fbcd3" providerId="LiveId" clId="{DBE2FB79-7E0D-4C27-94C7-E5149F4E0993}" dt="2026-03-10T23:44:44.346" v="3161" actId="478"/>
          <ac:spMkLst>
            <pc:docMk/>
            <pc:sldMk cId="2865873237" sldId="311"/>
            <ac:spMk id="2" creationId="{49767F71-B788-C991-9970-182B3B08ECC3}"/>
          </ac:spMkLst>
        </pc:spChg>
        <pc:spChg chg="add del mod">
          <ac:chgData name="Doucoure Sékou" userId="dbdfe042b34fbcd3" providerId="LiveId" clId="{DBE2FB79-7E0D-4C27-94C7-E5149F4E0993}" dt="2026-03-12T11:38:49.641" v="5288" actId="478"/>
          <ac:spMkLst>
            <pc:docMk/>
            <pc:sldMk cId="2865873237" sldId="311"/>
            <ac:spMk id="2" creationId="{731B9BDC-6C99-1D88-1166-86B6E59CD516}"/>
          </ac:spMkLst>
        </pc:spChg>
        <pc:spChg chg="add del mod">
          <ac:chgData name="Doucoure Sékou" userId="dbdfe042b34fbcd3" providerId="LiveId" clId="{DBE2FB79-7E0D-4C27-94C7-E5149F4E0993}" dt="2026-03-12T11:26:00.059" v="5038" actId="21"/>
          <ac:spMkLst>
            <pc:docMk/>
            <pc:sldMk cId="2865873237" sldId="311"/>
            <ac:spMk id="5" creationId="{085C3EDC-F2D1-5D17-400F-9EAEC2508E5D}"/>
          </ac:spMkLst>
        </pc:spChg>
        <pc:spChg chg="add">
          <ac:chgData name="Doucoure Sékou" userId="dbdfe042b34fbcd3" providerId="LiveId" clId="{DBE2FB79-7E0D-4C27-94C7-E5149F4E0993}" dt="2026-03-10T23:55:53.973" v="3307"/>
          <ac:spMkLst>
            <pc:docMk/>
            <pc:sldMk cId="2865873237" sldId="311"/>
            <ac:spMk id="7" creationId="{F3E89F08-FD0A-C73B-935C-0E3C6197EDF2}"/>
          </ac:spMkLst>
        </pc:spChg>
        <pc:spChg chg="add">
          <ac:chgData name="Doucoure Sékou" userId="dbdfe042b34fbcd3" providerId="LiveId" clId="{DBE2FB79-7E0D-4C27-94C7-E5149F4E0993}" dt="2026-03-10T23:56:04.228" v="3308"/>
          <ac:spMkLst>
            <pc:docMk/>
            <pc:sldMk cId="2865873237" sldId="311"/>
            <ac:spMk id="8" creationId="{2BCD61CE-8B79-0E08-6071-F7116AE25E4D}"/>
          </ac:spMkLst>
        </pc:spChg>
        <pc:spChg chg="add">
          <ac:chgData name="Doucoure Sékou" userId="dbdfe042b34fbcd3" providerId="LiveId" clId="{DBE2FB79-7E0D-4C27-94C7-E5149F4E0993}" dt="2026-03-11T00:01:35.206" v="3332"/>
          <ac:spMkLst>
            <pc:docMk/>
            <pc:sldMk cId="2865873237" sldId="311"/>
            <ac:spMk id="9" creationId="{B0C05DCE-F222-CF3A-43E3-10ED39C2F0DF}"/>
          </ac:spMkLst>
        </pc:spChg>
        <pc:spChg chg="add">
          <ac:chgData name="Doucoure Sékou" userId="dbdfe042b34fbcd3" providerId="LiveId" clId="{DBE2FB79-7E0D-4C27-94C7-E5149F4E0993}" dt="2026-03-11T00:10:55.301" v="3503"/>
          <ac:spMkLst>
            <pc:docMk/>
            <pc:sldMk cId="2865873237" sldId="311"/>
            <ac:spMk id="10" creationId="{C4DBC2B8-9A57-01D4-F64A-409AE150F0FB}"/>
          </ac:spMkLst>
        </pc:spChg>
        <pc:spChg chg="mod">
          <ac:chgData name="Doucoure Sékou" userId="dbdfe042b34fbcd3" providerId="LiveId" clId="{DBE2FB79-7E0D-4C27-94C7-E5149F4E0993}" dt="2026-03-12T11:11:19.846" v="4994"/>
          <ac:spMkLst>
            <pc:docMk/>
            <pc:sldMk cId="2865873237" sldId="311"/>
            <ac:spMk id="22" creationId="{8D49BB36-0F42-663A-AE40-8A3245E60674}"/>
          </ac:spMkLst>
        </pc:spChg>
        <pc:spChg chg="mod">
          <ac:chgData name="Doucoure Sékou" userId="dbdfe042b34fbcd3" providerId="LiveId" clId="{DBE2FB79-7E0D-4C27-94C7-E5149F4E0993}" dt="2026-03-12T11:35:53.623" v="5249" actId="1076"/>
          <ac:spMkLst>
            <pc:docMk/>
            <pc:sldMk cId="2865873237" sldId="311"/>
            <ac:spMk id="26" creationId="{21E40842-52F7-C3C5-BF16-BD9EF70FA037}"/>
          </ac:spMkLst>
        </pc:spChg>
        <pc:graphicFrameChg chg="mod modGraphic">
          <ac:chgData name="Doucoure Sékou" userId="dbdfe042b34fbcd3" providerId="LiveId" clId="{DBE2FB79-7E0D-4C27-94C7-E5149F4E0993}" dt="2026-03-11T23:11:46.187" v="3992" actId="20577"/>
          <ac:graphicFrameMkLst>
            <pc:docMk/>
            <pc:sldMk cId="2865873237" sldId="311"/>
            <ac:graphicFrameMk id="23" creationId="{1E00A3B8-355F-CEC6-0EFA-3102AF3B5FE5}"/>
          </ac:graphicFrameMkLst>
        </pc:graphicFrameChg>
        <pc:picChg chg="add mod">
          <ac:chgData name="Doucoure Sékou" userId="dbdfe042b34fbcd3" providerId="LiveId" clId="{DBE2FB79-7E0D-4C27-94C7-E5149F4E0993}" dt="2026-03-11T00:05:34.554" v="3407" actId="1076"/>
          <ac:picMkLst>
            <pc:docMk/>
            <pc:sldMk cId="2865873237" sldId="311"/>
            <ac:picMk id="4" creationId="{B1880735-B2A5-A3B6-C8B5-EF6B2E68D1E7}"/>
          </ac:picMkLst>
        </pc:picChg>
        <pc:picChg chg="del">
          <ac:chgData name="Doucoure Sékou" userId="dbdfe042b34fbcd3" providerId="LiveId" clId="{DBE2FB79-7E0D-4C27-94C7-E5149F4E0993}" dt="2026-03-10T23:44:40.258" v="3160" actId="478"/>
          <ac:picMkLst>
            <pc:docMk/>
            <pc:sldMk cId="2865873237" sldId="311"/>
            <ac:picMk id="6" creationId="{4FB7E168-B8D0-45E4-4AFF-A4A069088494}"/>
          </ac:picMkLst>
        </pc:picChg>
        <pc:picChg chg="add mod">
          <ac:chgData name="Doucoure Sékou" userId="dbdfe042b34fbcd3" providerId="LiveId" clId="{DBE2FB79-7E0D-4C27-94C7-E5149F4E0993}" dt="2026-03-12T11:39:25.618" v="5299" actId="1076"/>
          <ac:picMkLst>
            <pc:docMk/>
            <pc:sldMk cId="2865873237" sldId="311"/>
            <ac:picMk id="13" creationId="{6C2503C0-31B8-0525-EB6F-57F82CB71777}"/>
          </ac:picMkLst>
        </pc:picChg>
        <pc:picChg chg="del">
          <ac:chgData name="Doucoure Sékou" userId="dbdfe042b34fbcd3" providerId="LiveId" clId="{DBE2FB79-7E0D-4C27-94C7-E5149F4E0993}" dt="2026-03-12T11:11:12.588" v="4992" actId="478"/>
          <ac:picMkLst>
            <pc:docMk/>
            <pc:sldMk cId="2865873237" sldId="311"/>
            <ac:picMk id="25" creationId="{E5A772DF-D288-229D-0F4B-4CD4B15F4C4E}"/>
          </ac:picMkLst>
        </pc:picChg>
        <pc:picChg chg="add mod">
          <ac:chgData name="Doucoure Sékou" userId="dbdfe042b34fbcd3" providerId="LiveId" clId="{DBE2FB79-7E0D-4C27-94C7-E5149F4E0993}" dt="2026-03-12T11:35:53.623" v="5249" actId="1076"/>
          <ac:picMkLst>
            <pc:docMk/>
            <pc:sldMk cId="2865873237" sldId="311"/>
            <ac:picMk id="1026" creationId="{C79268AA-7F1B-EEF7-44E7-B687861D1AD7}"/>
          </ac:picMkLst>
        </pc:picChg>
        <pc:picChg chg="add mod">
          <ac:chgData name="Doucoure Sékou" userId="dbdfe042b34fbcd3" providerId="LiveId" clId="{DBE2FB79-7E0D-4C27-94C7-E5149F4E0993}" dt="2026-03-12T11:38:52.391" v="5297" actId="1076"/>
          <ac:picMkLst>
            <pc:docMk/>
            <pc:sldMk cId="2865873237" sldId="311"/>
            <ac:picMk id="1028" creationId="{3AE4E8E5-5B8F-A774-A51C-9D7156BD4232}"/>
          </ac:picMkLst>
        </pc:picChg>
        <pc:cxnChg chg="add del mod">
          <ac:chgData name="Doucoure Sékou" userId="dbdfe042b34fbcd3" providerId="LiveId" clId="{DBE2FB79-7E0D-4C27-94C7-E5149F4E0993}" dt="2026-03-12T11:30:47.592" v="5229" actId="21"/>
          <ac:cxnSpMkLst>
            <pc:docMk/>
            <pc:sldMk cId="2865873237" sldId="311"/>
            <ac:cxnSpMk id="6" creationId="{F7DC545C-371D-6B4B-308C-B84EA887E4E2}"/>
          </ac:cxnSpMkLst>
        </pc:cxnChg>
        <pc:cxnChg chg="add del mod">
          <ac:chgData name="Doucoure Sékou" userId="dbdfe042b34fbcd3" providerId="LiveId" clId="{DBE2FB79-7E0D-4C27-94C7-E5149F4E0993}" dt="2026-03-12T11:38:50.163" v="5292" actId="478"/>
          <ac:cxnSpMkLst>
            <pc:docMk/>
            <pc:sldMk cId="2865873237" sldId="311"/>
            <ac:cxnSpMk id="8" creationId="{F7DC545C-371D-6B4B-308C-B84EA887E4E2}"/>
          </ac:cxnSpMkLst>
        </pc:cxnChg>
        <pc:cxnChg chg="add del mod">
          <ac:chgData name="Doucoure Sékou" userId="dbdfe042b34fbcd3" providerId="LiveId" clId="{DBE2FB79-7E0D-4C27-94C7-E5149F4E0993}" dt="2026-03-12T11:38:50.034" v="5291" actId="478"/>
          <ac:cxnSpMkLst>
            <pc:docMk/>
            <pc:sldMk cId="2865873237" sldId="311"/>
            <ac:cxnSpMk id="9" creationId="{9C6F56BA-2944-A47F-CA26-29F93721FB4E}"/>
          </ac:cxnSpMkLst>
        </pc:cxnChg>
        <pc:cxnChg chg="add del mod">
          <ac:chgData name="Doucoure Sékou" userId="dbdfe042b34fbcd3" providerId="LiveId" clId="{DBE2FB79-7E0D-4C27-94C7-E5149F4E0993}" dt="2026-03-12T11:38:49.907" v="5290" actId="478"/>
          <ac:cxnSpMkLst>
            <pc:docMk/>
            <pc:sldMk cId="2865873237" sldId="311"/>
            <ac:cxnSpMk id="10" creationId="{1924720A-4E38-BFA2-99CC-7150C615AF70}"/>
          </ac:cxnSpMkLst>
        </pc:cxnChg>
        <pc:cxnChg chg="add del mod">
          <ac:chgData name="Doucoure Sékou" userId="dbdfe042b34fbcd3" providerId="LiveId" clId="{DBE2FB79-7E0D-4C27-94C7-E5149F4E0993}" dt="2026-03-12T11:38:49.782" v="5289" actId="478"/>
          <ac:cxnSpMkLst>
            <pc:docMk/>
            <pc:sldMk cId="2865873237" sldId="311"/>
            <ac:cxnSpMk id="11" creationId="{1A26F051-4E5D-7CEB-6094-3F870ADFAB4B}"/>
          </ac:cxnSpMkLst>
        </pc:cxnChg>
      </pc:sldChg>
      <pc:sldChg chg="addSp delSp modSp add del mod">
        <pc:chgData name="Doucoure Sékou" userId="dbdfe042b34fbcd3" providerId="LiveId" clId="{DBE2FB79-7E0D-4C27-94C7-E5149F4E0993}" dt="2026-03-11T23:14:39.859" v="4030" actId="2696"/>
        <pc:sldMkLst>
          <pc:docMk/>
          <pc:sldMk cId="1434532858" sldId="312"/>
        </pc:sldMkLst>
        <pc:spChg chg="del mod">
          <ac:chgData name="Doucoure Sékou" userId="dbdfe042b34fbcd3" providerId="LiveId" clId="{DBE2FB79-7E0D-4C27-94C7-E5149F4E0993}" dt="2026-03-11T22:49:15.447" v="3622" actId="478"/>
          <ac:spMkLst>
            <pc:docMk/>
            <pc:sldMk cId="1434532858" sldId="312"/>
            <ac:spMk id="5" creationId="{880A2D28-E3D1-47CF-A2C4-95B9DC68747E}"/>
          </ac:spMkLst>
        </pc:spChg>
        <pc:spChg chg="add del mod">
          <ac:chgData name="Doucoure Sékou" userId="dbdfe042b34fbcd3" providerId="LiveId" clId="{DBE2FB79-7E0D-4C27-94C7-E5149F4E0993}" dt="2026-03-11T22:54:52.496" v="3701" actId="478"/>
          <ac:spMkLst>
            <pc:docMk/>
            <pc:sldMk cId="1434532858" sldId="312"/>
            <ac:spMk id="8" creationId="{F2B3F3A3-9FED-8E18-6482-DF92DC0E1535}"/>
          </ac:spMkLst>
        </pc:spChg>
        <pc:spChg chg="add del mod">
          <ac:chgData name="Doucoure Sékou" userId="dbdfe042b34fbcd3" providerId="LiveId" clId="{DBE2FB79-7E0D-4C27-94C7-E5149F4E0993}" dt="2026-03-11T23:07:53.483" v="3944" actId="478"/>
          <ac:spMkLst>
            <pc:docMk/>
            <pc:sldMk cId="1434532858" sldId="312"/>
            <ac:spMk id="11" creationId="{F2F9D518-0278-CEFD-5098-DE0F11399192}"/>
          </ac:spMkLst>
        </pc:spChg>
        <pc:spChg chg="add del mod">
          <ac:chgData name="Doucoure Sékou" userId="dbdfe042b34fbcd3" providerId="LiveId" clId="{DBE2FB79-7E0D-4C27-94C7-E5149F4E0993}" dt="2026-03-11T23:07:57.342" v="3945" actId="478"/>
          <ac:spMkLst>
            <pc:docMk/>
            <pc:sldMk cId="1434532858" sldId="312"/>
            <ac:spMk id="12" creationId="{71701A97-8022-CCF2-7603-1E1D1CB79E18}"/>
          </ac:spMkLst>
        </pc:spChg>
        <pc:spChg chg="add">
          <ac:chgData name="Doucoure Sékou" userId="dbdfe042b34fbcd3" providerId="LiveId" clId="{DBE2FB79-7E0D-4C27-94C7-E5149F4E0993}" dt="2026-03-11T22:57:59.699" v="3718"/>
          <ac:spMkLst>
            <pc:docMk/>
            <pc:sldMk cId="1434532858" sldId="312"/>
            <ac:spMk id="13" creationId="{4871BEAB-F057-4FA7-E840-DF6CF47007BE}"/>
          </ac:spMkLst>
        </pc:spChg>
        <pc:spChg chg="add">
          <ac:chgData name="Doucoure Sékou" userId="dbdfe042b34fbcd3" providerId="LiveId" clId="{DBE2FB79-7E0D-4C27-94C7-E5149F4E0993}" dt="2026-03-11T22:58:10.849" v="3719"/>
          <ac:spMkLst>
            <pc:docMk/>
            <pc:sldMk cId="1434532858" sldId="312"/>
            <ac:spMk id="14" creationId="{1B68A0A3-6817-BEC8-0D6F-7E0EF1D4C3CD}"/>
          </ac:spMkLst>
        </pc:spChg>
        <pc:spChg chg="add">
          <ac:chgData name="Doucoure Sékou" userId="dbdfe042b34fbcd3" providerId="LiveId" clId="{DBE2FB79-7E0D-4C27-94C7-E5149F4E0993}" dt="2026-03-11T22:58:44.141" v="3723"/>
          <ac:spMkLst>
            <pc:docMk/>
            <pc:sldMk cId="1434532858" sldId="312"/>
            <ac:spMk id="15" creationId="{683A3F3C-E3EF-152E-345F-B990E9637B1E}"/>
          </ac:spMkLst>
        </pc:spChg>
        <pc:spChg chg="add">
          <ac:chgData name="Doucoure Sékou" userId="dbdfe042b34fbcd3" providerId="LiveId" clId="{DBE2FB79-7E0D-4C27-94C7-E5149F4E0993}" dt="2026-03-11T22:59:01.038" v="3726"/>
          <ac:spMkLst>
            <pc:docMk/>
            <pc:sldMk cId="1434532858" sldId="312"/>
            <ac:spMk id="16" creationId="{FCE36BB3-7577-6B32-B56C-E2678A674650}"/>
          </ac:spMkLst>
        </pc:spChg>
        <pc:spChg chg="add">
          <ac:chgData name="Doucoure Sékou" userId="dbdfe042b34fbcd3" providerId="LiveId" clId="{DBE2FB79-7E0D-4C27-94C7-E5149F4E0993}" dt="2026-03-11T22:59:36.023" v="3759"/>
          <ac:spMkLst>
            <pc:docMk/>
            <pc:sldMk cId="1434532858" sldId="312"/>
            <ac:spMk id="17" creationId="{26033435-9F88-9ECA-099E-A7B03BE5FCA4}"/>
          </ac:spMkLst>
        </pc:spChg>
        <pc:spChg chg="add">
          <ac:chgData name="Doucoure Sékou" userId="dbdfe042b34fbcd3" providerId="LiveId" clId="{DBE2FB79-7E0D-4C27-94C7-E5149F4E0993}" dt="2026-03-11T23:01:01.097" v="3761"/>
          <ac:spMkLst>
            <pc:docMk/>
            <pc:sldMk cId="1434532858" sldId="312"/>
            <ac:spMk id="18" creationId="{6C5ED7A8-73B2-A27B-36E1-B9BDE9F666B0}"/>
          </ac:spMkLst>
        </pc:spChg>
        <pc:spChg chg="add del mod">
          <ac:chgData name="Doucoure Sékou" userId="dbdfe042b34fbcd3" providerId="LiveId" clId="{DBE2FB79-7E0D-4C27-94C7-E5149F4E0993}" dt="2026-03-11T23:07:49.762" v="3943" actId="478"/>
          <ac:spMkLst>
            <pc:docMk/>
            <pc:sldMk cId="1434532858" sldId="312"/>
            <ac:spMk id="19" creationId="{E2C07F1F-737F-550F-EB15-BAD9F811694C}"/>
          </ac:spMkLst>
        </pc:spChg>
        <pc:spChg chg="add">
          <ac:chgData name="Doucoure Sékou" userId="dbdfe042b34fbcd3" providerId="LiveId" clId="{DBE2FB79-7E0D-4C27-94C7-E5149F4E0993}" dt="2026-03-11T23:04:23.899" v="3855"/>
          <ac:spMkLst>
            <pc:docMk/>
            <pc:sldMk cId="1434532858" sldId="312"/>
            <ac:spMk id="21" creationId="{E7745910-B1C7-74E3-8D99-FE8B2216A05D}"/>
          </ac:spMkLst>
        </pc:spChg>
        <pc:spChg chg="mod">
          <ac:chgData name="Doucoure Sékou" userId="dbdfe042b34fbcd3" providerId="LiveId" clId="{DBE2FB79-7E0D-4C27-94C7-E5149F4E0993}" dt="2026-03-11T22:53:35.313" v="3696" actId="1076"/>
          <ac:spMkLst>
            <pc:docMk/>
            <pc:sldMk cId="1434532858" sldId="312"/>
            <ac:spMk id="22" creationId="{436C21C5-7124-92C8-EE74-E7DC00168EDE}"/>
          </ac:spMkLst>
        </pc:spChg>
        <pc:spChg chg="mod">
          <ac:chgData name="Doucoure Sékou" userId="dbdfe042b34fbcd3" providerId="LiveId" clId="{DBE2FB79-7E0D-4C27-94C7-E5149F4E0993}" dt="2026-03-11T22:50:43.868" v="3684" actId="20577"/>
          <ac:spMkLst>
            <pc:docMk/>
            <pc:sldMk cId="1434532858" sldId="312"/>
            <ac:spMk id="26" creationId="{0F533FAA-95E8-A05A-F90B-38694BAFE06B}"/>
          </ac:spMkLst>
        </pc:spChg>
        <pc:graphicFrameChg chg="del modGraphic">
          <ac:chgData name="Doucoure Sékou" userId="dbdfe042b34fbcd3" providerId="LiveId" clId="{DBE2FB79-7E0D-4C27-94C7-E5149F4E0993}" dt="2026-03-11T23:09:57.471" v="3949" actId="478"/>
          <ac:graphicFrameMkLst>
            <pc:docMk/>
            <pc:sldMk cId="1434532858" sldId="312"/>
            <ac:graphicFrameMk id="23" creationId="{79302AB2-BD87-415D-9195-73CB9F83D8F6}"/>
          </ac:graphicFrameMkLst>
        </pc:graphicFrameChg>
        <pc:graphicFrameChg chg="add mod modGraphic">
          <ac:chgData name="Doucoure Sékou" userId="dbdfe042b34fbcd3" providerId="LiveId" clId="{DBE2FB79-7E0D-4C27-94C7-E5149F4E0993}" dt="2026-03-11T23:10:36.828" v="3983" actId="5793"/>
          <ac:graphicFrameMkLst>
            <pc:docMk/>
            <pc:sldMk cId="1434532858" sldId="312"/>
            <ac:graphicFrameMk id="24" creationId="{00000000-0000-0000-0000-000000000000}"/>
          </ac:graphicFrameMkLst>
        </pc:graphicFrameChg>
        <pc:picChg chg="add del mod">
          <ac:chgData name="Doucoure Sékou" userId="dbdfe042b34fbcd3" providerId="LiveId" clId="{DBE2FB79-7E0D-4C27-94C7-E5149F4E0993}" dt="2026-03-11T22:52:43.762" v="3691" actId="478"/>
          <ac:picMkLst>
            <pc:docMk/>
            <pc:sldMk cId="1434532858" sldId="312"/>
            <ac:picMk id="3" creationId="{7363AED0-8EA8-04CC-6E5A-E8D57D71201A}"/>
          </ac:picMkLst>
        </pc:picChg>
        <pc:picChg chg="del">
          <ac:chgData name="Doucoure Sékou" userId="dbdfe042b34fbcd3" providerId="LiveId" clId="{DBE2FB79-7E0D-4C27-94C7-E5149F4E0993}" dt="2026-03-11T22:49:11.440" v="3620" actId="478"/>
          <ac:picMkLst>
            <pc:docMk/>
            <pc:sldMk cId="1434532858" sldId="312"/>
            <ac:picMk id="4" creationId="{E1D4DBB8-E36D-976B-2F61-8465C7203CB7}"/>
          </ac:picMkLst>
        </pc:picChg>
        <pc:picChg chg="add del mod">
          <ac:chgData name="Doucoure Sékou" userId="dbdfe042b34fbcd3" providerId="LiveId" clId="{DBE2FB79-7E0D-4C27-94C7-E5149F4E0993}" dt="2026-03-11T22:54:54.233" v="3702" actId="478"/>
          <ac:picMkLst>
            <pc:docMk/>
            <pc:sldMk cId="1434532858" sldId="312"/>
            <ac:picMk id="7" creationId="{93CA715A-0719-B9B9-2061-28CD385BC1D2}"/>
          </ac:picMkLst>
        </pc:picChg>
        <pc:picChg chg="add del mod">
          <ac:chgData name="Doucoure Sékou" userId="dbdfe042b34fbcd3" providerId="LiveId" clId="{DBE2FB79-7E0D-4C27-94C7-E5149F4E0993}" dt="2026-03-11T23:08:00.861" v="3946" actId="478"/>
          <ac:picMkLst>
            <pc:docMk/>
            <pc:sldMk cId="1434532858" sldId="312"/>
            <ac:picMk id="10" creationId="{288D284C-3663-58D5-C185-116A069CF95E}"/>
          </ac:picMkLst>
        </pc:picChg>
      </pc:sldChg>
      <pc:sldChg chg="addSp delSp modSp add mod modTransition modAnim modNotes">
        <pc:chgData name="Doucoure Sékou" userId="dbdfe042b34fbcd3" providerId="LiveId" clId="{DBE2FB79-7E0D-4C27-94C7-E5149F4E0993}" dt="2026-03-16T19:39:15.037" v="7361"/>
        <pc:sldMkLst>
          <pc:docMk/>
          <pc:sldMk cId="1685272907" sldId="313"/>
        </pc:sldMkLst>
        <pc:spChg chg="mod">
          <ac:chgData name="Doucoure Sékou" userId="dbdfe042b34fbcd3" providerId="LiveId" clId="{DBE2FB79-7E0D-4C27-94C7-E5149F4E0993}" dt="2026-03-16T19:39:15.037" v="7361"/>
          <ac:spMkLst>
            <pc:docMk/>
            <pc:sldMk cId="1685272907" sldId="313"/>
            <ac:spMk id="11" creationId="{137D7223-B0E1-C245-1E8B-FD045093B23B}"/>
          </ac:spMkLst>
        </pc:spChg>
        <pc:spChg chg="mod">
          <ac:chgData name="Doucoure Sékou" userId="dbdfe042b34fbcd3" providerId="LiveId" clId="{DBE2FB79-7E0D-4C27-94C7-E5149F4E0993}" dt="2026-03-16T19:39:15.037" v="7361"/>
          <ac:spMkLst>
            <pc:docMk/>
            <pc:sldMk cId="1685272907" sldId="313"/>
            <ac:spMk id="12" creationId="{604E028D-9448-5882-545F-881381952EAE}"/>
          </ac:spMkLst>
        </pc:spChg>
        <pc:spChg chg="mod">
          <ac:chgData name="Doucoure Sékou" userId="dbdfe042b34fbcd3" providerId="LiveId" clId="{DBE2FB79-7E0D-4C27-94C7-E5149F4E0993}" dt="2026-03-16T19:39:15.037" v="7361"/>
          <ac:spMkLst>
            <pc:docMk/>
            <pc:sldMk cId="1685272907" sldId="313"/>
            <ac:spMk id="19" creationId="{882079AA-B1C4-54AA-21D8-A88010C4016F}"/>
          </ac:spMkLst>
        </pc:spChg>
        <pc:spChg chg="mod">
          <ac:chgData name="Doucoure Sékou" userId="dbdfe042b34fbcd3" providerId="LiveId" clId="{DBE2FB79-7E0D-4C27-94C7-E5149F4E0993}" dt="2026-03-16T19:39:15.037" v="7361"/>
          <ac:spMkLst>
            <pc:docMk/>
            <pc:sldMk cId="1685272907" sldId="313"/>
            <ac:spMk id="20" creationId="{ACA38CC0-D981-37CA-ABA4-219AC9F2CFF9}"/>
          </ac:spMkLst>
        </pc:spChg>
        <pc:spChg chg="mod">
          <ac:chgData name="Doucoure Sékou" userId="dbdfe042b34fbcd3" providerId="LiveId" clId="{DBE2FB79-7E0D-4C27-94C7-E5149F4E0993}" dt="2026-03-16T19:39:15.037" v="7361"/>
          <ac:spMkLst>
            <pc:docMk/>
            <pc:sldMk cId="1685272907" sldId="313"/>
            <ac:spMk id="22" creationId="{0BECA03D-0AF7-53A7-C227-3A98383F47C1}"/>
          </ac:spMkLst>
        </pc:spChg>
        <pc:spChg chg="mod">
          <ac:chgData name="Doucoure Sékou" userId="dbdfe042b34fbcd3" providerId="LiveId" clId="{DBE2FB79-7E0D-4C27-94C7-E5149F4E0993}" dt="2026-03-16T19:39:15.037" v="7361"/>
          <ac:spMkLst>
            <pc:docMk/>
            <pc:sldMk cId="1685272907" sldId="313"/>
            <ac:spMk id="26" creationId="{868F9339-CF6C-24CD-E2FB-FB1AE749C8C5}"/>
          </ac:spMkLst>
        </pc:spChg>
        <pc:spChg chg="mod">
          <ac:chgData name="Doucoure Sékou" userId="dbdfe042b34fbcd3" providerId="LiveId" clId="{DBE2FB79-7E0D-4C27-94C7-E5149F4E0993}" dt="2026-03-16T19:39:15.037" v="7361"/>
          <ac:spMkLst>
            <pc:docMk/>
            <pc:sldMk cId="1685272907" sldId="313"/>
            <ac:spMk id="31" creationId="{685BFABD-DC93-7E03-245E-06FB9DACCCFF}"/>
          </ac:spMkLst>
        </pc:spChg>
        <pc:spChg chg="mod">
          <ac:chgData name="Doucoure Sékou" userId="dbdfe042b34fbcd3" providerId="LiveId" clId="{DBE2FB79-7E0D-4C27-94C7-E5149F4E0993}" dt="2026-03-16T19:39:15.037" v="7361"/>
          <ac:spMkLst>
            <pc:docMk/>
            <pc:sldMk cId="1685272907" sldId="313"/>
            <ac:spMk id="32" creationId="{88568358-E815-F606-7859-3B5F5A39960D}"/>
          </ac:spMkLst>
        </pc:spChg>
        <pc:spChg chg="mod">
          <ac:chgData name="Doucoure Sékou" userId="dbdfe042b34fbcd3" providerId="LiveId" clId="{DBE2FB79-7E0D-4C27-94C7-E5149F4E0993}" dt="2026-03-16T19:39:15.037" v="7361"/>
          <ac:spMkLst>
            <pc:docMk/>
            <pc:sldMk cId="1685272907" sldId="313"/>
            <ac:spMk id="33" creationId="{DEAF3EEC-7516-D024-8E84-8AC35ACEF1D1}"/>
          </ac:spMkLst>
        </pc:spChg>
        <pc:spChg chg="mod">
          <ac:chgData name="Doucoure Sékou" userId="dbdfe042b34fbcd3" providerId="LiveId" clId="{DBE2FB79-7E0D-4C27-94C7-E5149F4E0993}" dt="2026-03-16T19:39:15.037" v="7361"/>
          <ac:spMkLst>
            <pc:docMk/>
            <pc:sldMk cId="1685272907" sldId="313"/>
            <ac:spMk id="34" creationId="{B6E9AEE1-80DF-162B-A756-4D84C238A2F4}"/>
          </ac:spMkLst>
        </pc:spChg>
        <pc:spChg chg="mod">
          <ac:chgData name="Doucoure Sékou" userId="dbdfe042b34fbcd3" providerId="LiveId" clId="{DBE2FB79-7E0D-4C27-94C7-E5149F4E0993}" dt="2026-03-16T19:39:15.037" v="7361"/>
          <ac:spMkLst>
            <pc:docMk/>
            <pc:sldMk cId="1685272907" sldId="313"/>
            <ac:spMk id="35" creationId="{974B3309-C555-0499-4FA4-E226DADEB6D2}"/>
          </ac:spMkLst>
        </pc:spChg>
        <pc:spChg chg="mod">
          <ac:chgData name="Doucoure Sékou" userId="dbdfe042b34fbcd3" providerId="LiveId" clId="{DBE2FB79-7E0D-4C27-94C7-E5149F4E0993}" dt="2026-03-16T19:39:15.037" v="7361"/>
          <ac:spMkLst>
            <pc:docMk/>
            <pc:sldMk cId="1685272907" sldId="313"/>
            <ac:spMk id="36" creationId="{CA706F4C-51DF-2DEB-1151-AADAE416DCEC}"/>
          </ac:spMkLst>
        </pc:spChg>
        <pc:spChg chg="mod">
          <ac:chgData name="Doucoure Sékou" userId="dbdfe042b34fbcd3" providerId="LiveId" clId="{DBE2FB79-7E0D-4C27-94C7-E5149F4E0993}" dt="2026-03-16T19:39:15.037" v="7361"/>
          <ac:spMkLst>
            <pc:docMk/>
            <pc:sldMk cId="1685272907" sldId="313"/>
            <ac:spMk id="43" creationId="{65ACEB57-A227-048E-52A9-9761BE818E97}"/>
          </ac:spMkLst>
        </pc:spChg>
        <pc:spChg chg="mod">
          <ac:chgData name="Doucoure Sékou" userId="dbdfe042b34fbcd3" providerId="LiveId" clId="{DBE2FB79-7E0D-4C27-94C7-E5149F4E0993}" dt="2026-03-16T19:39:15.037" v="7361"/>
          <ac:spMkLst>
            <pc:docMk/>
            <pc:sldMk cId="1685272907" sldId="313"/>
            <ac:spMk id="44" creationId="{6936C808-92EC-7B02-D44A-61D0E00FE609}"/>
          </ac:spMkLst>
        </pc:spChg>
        <pc:graphicFrameChg chg="mod">
          <ac:chgData name="Doucoure Sékou" userId="dbdfe042b34fbcd3" providerId="LiveId" clId="{DBE2FB79-7E0D-4C27-94C7-E5149F4E0993}" dt="2026-03-16T19:39:15.037" v="7361"/>
          <ac:graphicFrameMkLst>
            <pc:docMk/>
            <pc:sldMk cId="1685272907" sldId="313"/>
            <ac:graphicFrameMk id="23" creationId="{4B10DD59-1817-51F2-0A31-7DF3B1D26015}"/>
          </ac:graphicFrameMkLst>
        </pc:graphicFrameChg>
        <pc:picChg chg="add mod">
          <ac:chgData name="Doucoure Sékou" userId="dbdfe042b34fbcd3" providerId="LiveId" clId="{DBE2FB79-7E0D-4C27-94C7-E5149F4E0993}" dt="2026-03-16T19:39:15.037" v="7361"/>
          <ac:picMkLst>
            <pc:docMk/>
            <pc:sldMk cId="1685272907" sldId="313"/>
            <ac:picMk id="2" creationId="{4102F768-41A7-1C0E-10A8-23054688E3AD}"/>
          </ac:picMkLst>
        </pc:picChg>
        <pc:picChg chg="mod">
          <ac:chgData name="Doucoure Sékou" userId="dbdfe042b34fbcd3" providerId="LiveId" clId="{DBE2FB79-7E0D-4C27-94C7-E5149F4E0993}" dt="2026-03-16T19:39:15.037" v="7361"/>
          <ac:picMkLst>
            <pc:docMk/>
            <pc:sldMk cId="1685272907" sldId="313"/>
            <ac:picMk id="10" creationId="{C3339F1D-C033-7387-21A3-399A9159E208}"/>
          </ac:picMkLst>
        </pc:picChg>
        <pc:picChg chg="del">
          <ac:chgData name="Doucoure Sékou" userId="dbdfe042b34fbcd3" providerId="LiveId" clId="{DBE2FB79-7E0D-4C27-94C7-E5149F4E0993}" dt="2026-03-12T11:11:32.768" v="4998" actId="478"/>
          <ac:picMkLst>
            <pc:docMk/>
            <pc:sldMk cId="1685272907" sldId="313"/>
            <ac:picMk id="25" creationId="{6D8865EA-35A2-A73C-76F2-2B407A006B28}"/>
          </ac:picMkLst>
        </pc:picChg>
        <pc:picChg chg="del">
          <ac:chgData name="Doucoure Sékou" userId="dbdfe042b34fbcd3" providerId="LiveId" clId="{DBE2FB79-7E0D-4C27-94C7-E5149F4E0993}" dt="2026-03-14T16:45:57.200" v="5847" actId="478"/>
          <ac:picMkLst>
            <pc:docMk/>
            <pc:sldMk cId="1685272907" sldId="313"/>
            <ac:picMk id="37" creationId="{D5A8FA03-042B-BC0E-DB0B-BBE1D3DC0530}"/>
          </ac:picMkLst>
        </pc:picChg>
      </pc:sldChg>
      <pc:sldChg chg="addSp delSp modSp add mod modTransition modAnim modNotes">
        <pc:chgData name="Doucoure Sékou" userId="dbdfe042b34fbcd3" providerId="LiveId" clId="{DBE2FB79-7E0D-4C27-94C7-E5149F4E0993}" dt="2026-03-16T19:39:15.037" v="7361"/>
        <pc:sldMkLst>
          <pc:docMk/>
          <pc:sldMk cId="3319396324" sldId="314"/>
        </pc:sldMkLst>
        <pc:spChg chg="del mod">
          <ac:chgData name="Doucoure Sékou" userId="dbdfe042b34fbcd3" providerId="LiveId" clId="{DBE2FB79-7E0D-4C27-94C7-E5149F4E0993}" dt="2026-03-11T23:15:05.031" v="4034" actId="478"/>
          <ac:spMkLst>
            <pc:docMk/>
            <pc:sldMk cId="3319396324" sldId="314"/>
            <ac:spMk id="11" creationId="{19A8009C-EF28-8310-1829-4209C5D8C310}"/>
          </ac:spMkLst>
        </pc:spChg>
        <pc:spChg chg="del">
          <ac:chgData name="Doucoure Sékou" userId="dbdfe042b34fbcd3" providerId="LiveId" clId="{DBE2FB79-7E0D-4C27-94C7-E5149F4E0993}" dt="2026-03-11T23:15:08.157" v="4035" actId="478"/>
          <ac:spMkLst>
            <pc:docMk/>
            <pc:sldMk cId="3319396324" sldId="314"/>
            <ac:spMk id="12" creationId="{D318482C-B3E7-75F3-C4A2-8FF91966D14E}"/>
          </ac:spMkLst>
        </pc:spChg>
        <pc:spChg chg="del">
          <ac:chgData name="Doucoure Sékou" userId="dbdfe042b34fbcd3" providerId="LiveId" clId="{DBE2FB79-7E0D-4C27-94C7-E5149F4E0993}" dt="2026-03-11T23:15:11.900" v="4036" actId="478"/>
          <ac:spMkLst>
            <pc:docMk/>
            <pc:sldMk cId="3319396324" sldId="314"/>
            <ac:spMk id="19" creationId="{D25CBC9E-E3FC-8212-1AEB-06A12C72AF28}"/>
          </ac:spMkLst>
        </pc:spChg>
        <pc:spChg chg="mod">
          <ac:chgData name="Doucoure Sékou" userId="dbdfe042b34fbcd3" providerId="LiveId" clId="{DBE2FB79-7E0D-4C27-94C7-E5149F4E0993}" dt="2026-03-16T19:39:15.037" v="7361"/>
          <ac:spMkLst>
            <pc:docMk/>
            <pc:sldMk cId="3319396324" sldId="314"/>
            <ac:spMk id="20" creationId="{6A97416D-D49A-D100-FDCF-1EAEC3A137E3}"/>
          </ac:spMkLst>
        </pc:spChg>
        <pc:spChg chg="mod">
          <ac:chgData name="Doucoure Sékou" userId="dbdfe042b34fbcd3" providerId="LiveId" clId="{DBE2FB79-7E0D-4C27-94C7-E5149F4E0993}" dt="2026-03-16T19:39:15.037" v="7361"/>
          <ac:spMkLst>
            <pc:docMk/>
            <pc:sldMk cId="3319396324" sldId="314"/>
            <ac:spMk id="22" creationId="{2AF5BFF0-7A1A-9B89-7AED-17A1573EDEF8}"/>
          </ac:spMkLst>
        </pc:spChg>
        <pc:spChg chg="mod">
          <ac:chgData name="Doucoure Sékou" userId="dbdfe042b34fbcd3" providerId="LiveId" clId="{DBE2FB79-7E0D-4C27-94C7-E5149F4E0993}" dt="2026-03-16T19:39:15.037" v="7361"/>
          <ac:spMkLst>
            <pc:docMk/>
            <pc:sldMk cId="3319396324" sldId="314"/>
            <ac:spMk id="26" creationId="{F20C4924-DF6F-DE4A-7272-DC6C80BF939C}"/>
          </ac:spMkLst>
        </pc:spChg>
        <pc:spChg chg="mod">
          <ac:chgData name="Doucoure Sékou" userId="dbdfe042b34fbcd3" providerId="LiveId" clId="{DBE2FB79-7E0D-4C27-94C7-E5149F4E0993}" dt="2026-03-16T19:39:15.037" v="7361"/>
          <ac:spMkLst>
            <pc:docMk/>
            <pc:sldMk cId="3319396324" sldId="314"/>
            <ac:spMk id="31" creationId="{FD823678-7879-E8A9-81F0-6FF43E8FBD27}"/>
          </ac:spMkLst>
        </pc:spChg>
        <pc:spChg chg="mod">
          <ac:chgData name="Doucoure Sékou" userId="dbdfe042b34fbcd3" providerId="LiveId" clId="{DBE2FB79-7E0D-4C27-94C7-E5149F4E0993}" dt="2026-03-16T19:39:15.037" v="7361"/>
          <ac:spMkLst>
            <pc:docMk/>
            <pc:sldMk cId="3319396324" sldId="314"/>
            <ac:spMk id="32" creationId="{81056574-B969-9AED-45C8-AC3923620759}"/>
          </ac:spMkLst>
        </pc:spChg>
        <pc:spChg chg="mod">
          <ac:chgData name="Doucoure Sékou" userId="dbdfe042b34fbcd3" providerId="LiveId" clId="{DBE2FB79-7E0D-4C27-94C7-E5149F4E0993}" dt="2026-03-16T19:39:15.037" v="7361"/>
          <ac:spMkLst>
            <pc:docMk/>
            <pc:sldMk cId="3319396324" sldId="314"/>
            <ac:spMk id="33" creationId="{9FB02C49-9E26-5A73-5C2B-DAA377429EEF}"/>
          </ac:spMkLst>
        </pc:spChg>
        <pc:spChg chg="mod">
          <ac:chgData name="Doucoure Sékou" userId="dbdfe042b34fbcd3" providerId="LiveId" clId="{DBE2FB79-7E0D-4C27-94C7-E5149F4E0993}" dt="2026-03-16T19:39:15.037" v="7361"/>
          <ac:spMkLst>
            <pc:docMk/>
            <pc:sldMk cId="3319396324" sldId="314"/>
            <ac:spMk id="34" creationId="{F62EF2A9-D337-6B5A-9554-8933A839D711}"/>
          </ac:spMkLst>
        </pc:spChg>
        <pc:spChg chg="mod">
          <ac:chgData name="Doucoure Sékou" userId="dbdfe042b34fbcd3" providerId="LiveId" clId="{DBE2FB79-7E0D-4C27-94C7-E5149F4E0993}" dt="2026-03-16T19:39:15.037" v="7361"/>
          <ac:spMkLst>
            <pc:docMk/>
            <pc:sldMk cId="3319396324" sldId="314"/>
            <ac:spMk id="35" creationId="{04932C39-3602-579D-85C4-C0AB63B409D8}"/>
          </ac:spMkLst>
        </pc:spChg>
        <pc:spChg chg="mod">
          <ac:chgData name="Doucoure Sékou" userId="dbdfe042b34fbcd3" providerId="LiveId" clId="{DBE2FB79-7E0D-4C27-94C7-E5149F4E0993}" dt="2026-03-16T19:39:15.037" v="7361"/>
          <ac:spMkLst>
            <pc:docMk/>
            <pc:sldMk cId="3319396324" sldId="314"/>
            <ac:spMk id="36" creationId="{E2163D1D-BC2A-5862-56D6-35570BEE18F4}"/>
          </ac:spMkLst>
        </pc:spChg>
        <pc:spChg chg="mod">
          <ac:chgData name="Doucoure Sékou" userId="dbdfe042b34fbcd3" providerId="LiveId" clId="{DBE2FB79-7E0D-4C27-94C7-E5149F4E0993}" dt="2026-03-16T19:39:15.037" v="7361"/>
          <ac:spMkLst>
            <pc:docMk/>
            <pc:sldMk cId="3319396324" sldId="314"/>
            <ac:spMk id="43" creationId="{D76E37DE-5A74-CA7B-E158-40641B7714E6}"/>
          </ac:spMkLst>
        </pc:spChg>
        <pc:spChg chg="mod">
          <ac:chgData name="Doucoure Sékou" userId="dbdfe042b34fbcd3" providerId="LiveId" clId="{DBE2FB79-7E0D-4C27-94C7-E5149F4E0993}" dt="2026-03-16T19:39:15.037" v="7361"/>
          <ac:spMkLst>
            <pc:docMk/>
            <pc:sldMk cId="3319396324" sldId="314"/>
            <ac:spMk id="44" creationId="{5C141726-4FD7-0710-3505-9F548738EF55}"/>
          </ac:spMkLst>
        </pc:spChg>
        <pc:graphicFrameChg chg="mod">
          <ac:chgData name="Doucoure Sékou" userId="dbdfe042b34fbcd3" providerId="LiveId" clId="{DBE2FB79-7E0D-4C27-94C7-E5149F4E0993}" dt="2026-03-16T19:39:15.037" v="7361"/>
          <ac:graphicFrameMkLst>
            <pc:docMk/>
            <pc:sldMk cId="3319396324" sldId="314"/>
            <ac:graphicFrameMk id="23" creationId="{DBFC9C56-CBBA-B203-D044-9C810032154E}"/>
          </ac:graphicFrameMkLst>
        </pc:graphicFrameChg>
        <pc:picChg chg="add mod">
          <ac:chgData name="Doucoure Sékou" userId="dbdfe042b34fbcd3" providerId="LiveId" clId="{DBE2FB79-7E0D-4C27-94C7-E5149F4E0993}" dt="2026-03-16T19:39:15.037" v="7361"/>
          <ac:picMkLst>
            <pc:docMk/>
            <pc:sldMk cId="3319396324" sldId="314"/>
            <ac:picMk id="2" creationId="{096518F1-0DF4-C3C6-28E7-F164D86E26E8}"/>
          </ac:picMkLst>
        </pc:picChg>
        <pc:picChg chg="del">
          <ac:chgData name="Doucoure Sékou" userId="dbdfe042b34fbcd3" providerId="LiveId" clId="{DBE2FB79-7E0D-4C27-94C7-E5149F4E0993}" dt="2026-03-11T23:14:57.943" v="4032" actId="478"/>
          <ac:picMkLst>
            <pc:docMk/>
            <pc:sldMk cId="3319396324" sldId="314"/>
            <ac:picMk id="10" creationId="{A794B4E6-F8EE-F658-0EB5-D7C0125625E4}"/>
          </ac:picMkLst>
        </pc:picChg>
        <pc:picChg chg="del">
          <ac:chgData name="Doucoure Sékou" userId="dbdfe042b34fbcd3" providerId="LiveId" clId="{DBE2FB79-7E0D-4C27-94C7-E5149F4E0993}" dt="2026-03-12T11:11:44.057" v="5001" actId="478"/>
          <ac:picMkLst>
            <pc:docMk/>
            <pc:sldMk cId="3319396324" sldId="314"/>
            <ac:picMk id="25" creationId="{C6AC7972-4F6C-5DF0-8838-2BEFB2C3E2CF}"/>
          </ac:picMkLst>
        </pc:picChg>
        <pc:picChg chg="del">
          <ac:chgData name="Doucoure Sékou" userId="dbdfe042b34fbcd3" providerId="LiveId" clId="{DBE2FB79-7E0D-4C27-94C7-E5149F4E0993}" dt="2026-03-14T16:46:19.719" v="5849" actId="478"/>
          <ac:picMkLst>
            <pc:docMk/>
            <pc:sldMk cId="3319396324" sldId="314"/>
            <ac:picMk id="37" creationId="{3527262B-91E2-A184-3F38-E410AA7A7673}"/>
          </ac:picMkLst>
        </pc:picChg>
      </pc:sldChg>
      <pc:sldChg chg="add del">
        <pc:chgData name="Doucoure Sékou" userId="dbdfe042b34fbcd3" providerId="LiveId" clId="{DBE2FB79-7E0D-4C27-94C7-E5149F4E0993}" dt="2026-03-11T23:53:03.080" v="4451" actId="2696"/>
        <pc:sldMkLst>
          <pc:docMk/>
          <pc:sldMk cId="1005787149" sldId="315"/>
        </pc:sldMkLst>
      </pc:sldChg>
      <pc:sldChg chg="addSp delSp modSp add mod modTransition modAnim modNotes modNotesTx">
        <pc:chgData name="Doucoure Sékou" userId="dbdfe042b34fbcd3" providerId="LiveId" clId="{DBE2FB79-7E0D-4C27-94C7-E5149F4E0993}" dt="2026-03-16T19:39:15.037" v="7361"/>
        <pc:sldMkLst>
          <pc:docMk/>
          <pc:sldMk cId="747981164" sldId="316"/>
        </pc:sldMkLst>
        <pc:spChg chg="add">
          <ac:chgData name="Doucoure Sékou" userId="dbdfe042b34fbcd3" providerId="LiveId" clId="{DBE2FB79-7E0D-4C27-94C7-E5149F4E0993}" dt="2026-03-11T23:41:29.818" v="4170"/>
          <ac:spMkLst>
            <pc:docMk/>
            <pc:sldMk cId="747981164" sldId="316"/>
            <ac:spMk id="2" creationId="{F6962DBF-3357-0705-CF78-9DF8E4D69800}"/>
          </ac:spMkLst>
        </pc:spChg>
        <pc:spChg chg="add">
          <ac:chgData name="Doucoure Sékou" userId="dbdfe042b34fbcd3" providerId="LiveId" clId="{DBE2FB79-7E0D-4C27-94C7-E5149F4E0993}" dt="2026-03-11T23:41:51.631" v="4180"/>
          <ac:spMkLst>
            <pc:docMk/>
            <pc:sldMk cId="747981164" sldId="316"/>
            <ac:spMk id="3" creationId="{8F3EFE4E-A6CD-027B-3621-9EB4043622A1}"/>
          </ac:spMkLst>
        </pc:spChg>
        <pc:spChg chg="add">
          <ac:chgData name="Doucoure Sékou" userId="dbdfe042b34fbcd3" providerId="LiveId" clId="{DBE2FB79-7E0D-4C27-94C7-E5149F4E0993}" dt="2026-03-11T23:43:38.497" v="4230"/>
          <ac:spMkLst>
            <pc:docMk/>
            <pc:sldMk cId="747981164" sldId="316"/>
            <ac:spMk id="4" creationId="{403EFC25-237F-E233-C13F-E7ECAEBA148E}"/>
          </ac:spMkLst>
        </pc:spChg>
        <pc:spChg chg="add">
          <ac:chgData name="Doucoure Sékou" userId="dbdfe042b34fbcd3" providerId="LiveId" clId="{DBE2FB79-7E0D-4C27-94C7-E5149F4E0993}" dt="2026-03-11T23:49:05.647" v="4347"/>
          <ac:spMkLst>
            <pc:docMk/>
            <pc:sldMk cId="747981164" sldId="316"/>
            <ac:spMk id="5" creationId="{E603F075-42C7-4AD6-51D1-21D7C9DBAF10}"/>
          </ac:spMkLst>
        </pc:spChg>
        <pc:spChg chg="add">
          <ac:chgData name="Doucoure Sékou" userId="dbdfe042b34fbcd3" providerId="LiveId" clId="{DBE2FB79-7E0D-4C27-94C7-E5149F4E0993}" dt="2026-03-11T23:51:02.086" v="4417"/>
          <ac:spMkLst>
            <pc:docMk/>
            <pc:sldMk cId="747981164" sldId="316"/>
            <ac:spMk id="6" creationId="{F2AB4593-EA23-CFE3-46B3-0D41599949A1}"/>
          </ac:spMkLst>
        </pc:spChg>
        <pc:spChg chg="add mod">
          <ac:chgData name="Doucoure Sékou" userId="dbdfe042b34fbcd3" providerId="LiveId" clId="{DBE2FB79-7E0D-4C27-94C7-E5149F4E0993}" dt="2026-03-12T00:05:15.287" v="4489"/>
          <ac:spMkLst>
            <pc:docMk/>
            <pc:sldMk cId="747981164" sldId="316"/>
            <ac:spMk id="7" creationId="{B85CE0BD-3B68-3FD5-C654-64A3A1E3385A}"/>
          </ac:spMkLst>
        </pc:spChg>
        <pc:spChg chg="mod">
          <ac:chgData name="Doucoure Sékou" userId="dbdfe042b34fbcd3" providerId="LiveId" clId="{DBE2FB79-7E0D-4C27-94C7-E5149F4E0993}" dt="2026-03-16T19:39:15.037" v="7361"/>
          <ac:spMkLst>
            <pc:docMk/>
            <pc:sldMk cId="747981164" sldId="316"/>
            <ac:spMk id="20" creationId="{93EC7BF6-F35D-EB2A-A573-DBE50EAAE830}"/>
          </ac:spMkLst>
        </pc:spChg>
        <pc:spChg chg="mod">
          <ac:chgData name="Doucoure Sékou" userId="dbdfe042b34fbcd3" providerId="LiveId" clId="{DBE2FB79-7E0D-4C27-94C7-E5149F4E0993}" dt="2026-03-16T19:39:15.037" v="7361"/>
          <ac:spMkLst>
            <pc:docMk/>
            <pc:sldMk cId="747981164" sldId="316"/>
            <ac:spMk id="22" creationId="{026E99B2-9435-CBA3-109D-BCC06767A659}"/>
          </ac:spMkLst>
        </pc:spChg>
        <pc:spChg chg="mod">
          <ac:chgData name="Doucoure Sékou" userId="dbdfe042b34fbcd3" providerId="LiveId" clId="{DBE2FB79-7E0D-4C27-94C7-E5149F4E0993}" dt="2026-03-16T19:39:15.037" v="7361"/>
          <ac:spMkLst>
            <pc:docMk/>
            <pc:sldMk cId="747981164" sldId="316"/>
            <ac:spMk id="26" creationId="{859EC67C-B8EF-57B5-9C71-48C844720A8A}"/>
          </ac:spMkLst>
        </pc:spChg>
        <pc:spChg chg="mod">
          <ac:chgData name="Doucoure Sékou" userId="dbdfe042b34fbcd3" providerId="LiveId" clId="{DBE2FB79-7E0D-4C27-94C7-E5149F4E0993}" dt="2026-03-16T19:39:15.037" v="7361"/>
          <ac:spMkLst>
            <pc:docMk/>
            <pc:sldMk cId="747981164" sldId="316"/>
            <ac:spMk id="31" creationId="{4786683F-037F-55BB-F267-443AF48A422F}"/>
          </ac:spMkLst>
        </pc:spChg>
        <pc:spChg chg="mod">
          <ac:chgData name="Doucoure Sékou" userId="dbdfe042b34fbcd3" providerId="LiveId" clId="{DBE2FB79-7E0D-4C27-94C7-E5149F4E0993}" dt="2026-03-16T19:39:15.037" v="7361"/>
          <ac:spMkLst>
            <pc:docMk/>
            <pc:sldMk cId="747981164" sldId="316"/>
            <ac:spMk id="32" creationId="{FBB341E8-707B-8745-CBBA-15D907ACA10E}"/>
          </ac:spMkLst>
        </pc:spChg>
        <pc:spChg chg="mod">
          <ac:chgData name="Doucoure Sékou" userId="dbdfe042b34fbcd3" providerId="LiveId" clId="{DBE2FB79-7E0D-4C27-94C7-E5149F4E0993}" dt="2026-03-16T19:39:15.037" v="7361"/>
          <ac:spMkLst>
            <pc:docMk/>
            <pc:sldMk cId="747981164" sldId="316"/>
            <ac:spMk id="33" creationId="{02E3BEB0-E386-422D-9726-E58733CA0897}"/>
          </ac:spMkLst>
        </pc:spChg>
        <pc:spChg chg="mod">
          <ac:chgData name="Doucoure Sékou" userId="dbdfe042b34fbcd3" providerId="LiveId" clId="{DBE2FB79-7E0D-4C27-94C7-E5149F4E0993}" dt="2026-03-16T19:39:15.037" v="7361"/>
          <ac:spMkLst>
            <pc:docMk/>
            <pc:sldMk cId="747981164" sldId="316"/>
            <ac:spMk id="34" creationId="{B4D1490C-DE25-789B-B603-B1DADF63BAFA}"/>
          </ac:spMkLst>
        </pc:spChg>
        <pc:spChg chg="mod">
          <ac:chgData name="Doucoure Sékou" userId="dbdfe042b34fbcd3" providerId="LiveId" clId="{DBE2FB79-7E0D-4C27-94C7-E5149F4E0993}" dt="2026-03-16T19:39:15.037" v="7361"/>
          <ac:spMkLst>
            <pc:docMk/>
            <pc:sldMk cId="747981164" sldId="316"/>
            <ac:spMk id="35" creationId="{E84F2C90-D82B-304C-BD1E-4E19DDE33D7F}"/>
          </ac:spMkLst>
        </pc:spChg>
        <pc:spChg chg="mod">
          <ac:chgData name="Doucoure Sékou" userId="dbdfe042b34fbcd3" providerId="LiveId" clId="{DBE2FB79-7E0D-4C27-94C7-E5149F4E0993}" dt="2026-03-16T19:39:15.037" v="7361"/>
          <ac:spMkLst>
            <pc:docMk/>
            <pc:sldMk cId="747981164" sldId="316"/>
            <ac:spMk id="36" creationId="{CDF394F2-C67C-5D26-F43B-AFD2592410F5}"/>
          </ac:spMkLst>
        </pc:spChg>
        <pc:spChg chg="mod">
          <ac:chgData name="Doucoure Sékou" userId="dbdfe042b34fbcd3" providerId="LiveId" clId="{DBE2FB79-7E0D-4C27-94C7-E5149F4E0993}" dt="2026-03-16T19:39:15.037" v="7361"/>
          <ac:spMkLst>
            <pc:docMk/>
            <pc:sldMk cId="747981164" sldId="316"/>
            <ac:spMk id="43" creationId="{836D12C7-F565-DBA6-3F33-D082EADD2FA0}"/>
          </ac:spMkLst>
        </pc:spChg>
        <pc:spChg chg="mod">
          <ac:chgData name="Doucoure Sékou" userId="dbdfe042b34fbcd3" providerId="LiveId" clId="{DBE2FB79-7E0D-4C27-94C7-E5149F4E0993}" dt="2026-03-16T19:39:15.037" v="7361"/>
          <ac:spMkLst>
            <pc:docMk/>
            <pc:sldMk cId="747981164" sldId="316"/>
            <ac:spMk id="44" creationId="{4D4BB8E9-7106-9534-AC02-8C3D6BF8E9FF}"/>
          </ac:spMkLst>
        </pc:spChg>
        <pc:graphicFrameChg chg="mod">
          <ac:chgData name="Doucoure Sékou" userId="dbdfe042b34fbcd3" providerId="LiveId" clId="{DBE2FB79-7E0D-4C27-94C7-E5149F4E0993}" dt="2026-03-16T19:39:15.037" v="7361"/>
          <ac:graphicFrameMkLst>
            <pc:docMk/>
            <pc:sldMk cId="747981164" sldId="316"/>
            <ac:graphicFrameMk id="23" creationId="{741EB500-6CDA-7CF7-9853-556CF73F8ADE}"/>
          </ac:graphicFrameMkLst>
        </pc:graphicFrameChg>
        <pc:picChg chg="add mod">
          <ac:chgData name="Doucoure Sékou" userId="dbdfe042b34fbcd3" providerId="LiveId" clId="{DBE2FB79-7E0D-4C27-94C7-E5149F4E0993}" dt="2026-03-16T19:39:15.037" v="7361"/>
          <ac:picMkLst>
            <pc:docMk/>
            <pc:sldMk cId="747981164" sldId="316"/>
            <ac:picMk id="2" creationId="{A35ADDF1-60AB-BF56-769B-03D6D9473234}"/>
          </ac:picMkLst>
        </pc:picChg>
        <pc:picChg chg="del">
          <ac:chgData name="Doucoure Sékou" userId="dbdfe042b34fbcd3" providerId="LiveId" clId="{DBE2FB79-7E0D-4C27-94C7-E5149F4E0993}" dt="2026-03-12T11:12:12.960" v="5016" actId="478"/>
          <ac:picMkLst>
            <pc:docMk/>
            <pc:sldMk cId="747981164" sldId="316"/>
            <ac:picMk id="25" creationId="{D7ECB025-FA7B-DEDB-7CB6-E35C256138F2}"/>
          </ac:picMkLst>
        </pc:picChg>
        <pc:picChg chg="del">
          <ac:chgData name="Doucoure Sékou" userId="dbdfe042b34fbcd3" providerId="LiveId" clId="{DBE2FB79-7E0D-4C27-94C7-E5149F4E0993}" dt="2026-03-14T16:46:29.457" v="5851" actId="478"/>
          <ac:picMkLst>
            <pc:docMk/>
            <pc:sldMk cId="747981164" sldId="316"/>
            <ac:picMk id="37" creationId="{33ECF2D7-0AA1-09D4-FFB3-C79FA59B9C73}"/>
          </ac:picMkLst>
        </pc:picChg>
      </pc:sldChg>
      <pc:sldChg chg="addSp delSp modSp add mod modTransition modAnim modNotes">
        <pc:chgData name="Doucoure Sékou" userId="dbdfe042b34fbcd3" providerId="LiveId" clId="{DBE2FB79-7E0D-4C27-94C7-E5149F4E0993}" dt="2026-03-16T19:39:15.037" v="7361"/>
        <pc:sldMkLst>
          <pc:docMk/>
          <pc:sldMk cId="2878279343" sldId="317"/>
        </pc:sldMkLst>
        <pc:spChg chg="add mod">
          <ac:chgData name="Doucoure Sékou" userId="dbdfe042b34fbcd3" providerId="LiveId" clId="{DBE2FB79-7E0D-4C27-94C7-E5149F4E0993}" dt="2026-03-16T19:39:15.037" v="7361"/>
          <ac:spMkLst>
            <pc:docMk/>
            <pc:sldMk cId="2878279343" sldId="317"/>
            <ac:spMk id="11" creationId="{F35BDF30-1BED-D422-DB9B-D32E61F3CD9F}"/>
          </ac:spMkLst>
        </pc:spChg>
        <pc:spChg chg="add del mod">
          <ac:chgData name="Doucoure Sékou" userId="dbdfe042b34fbcd3" providerId="LiveId" clId="{DBE2FB79-7E0D-4C27-94C7-E5149F4E0993}" dt="2026-03-12T00:13:48.947" v="4536" actId="478"/>
          <ac:spMkLst>
            <pc:docMk/>
            <pc:sldMk cId="2878279343" sldId="317"/>
            <ac:spMk id="12" creationId="{381C6998-6A45-8CFE-64A7-9800BCCD6F39}"/>
          </ac:spMkLst>
        </pc:spChg>
        <pc:spChg chg="add mod">
          <ac:chgData name="Doucoure Sékou" userId="dbdfe042b34fbcd3" providerId="LiveId" clId="{DBE2FB79-7E0D-4C27-94C7-E5149F4E0993}" dt="2026-03-16T19:39:15.037" v="7361"/>
          <ac:spMkLst>
            <pc:docMk/>
            <pc:sldMk cId="2878279343" sldId="317"/>
            <ac:spMk id="13" creationId="{AC531D5E-1A6E-1A0A-00F0-6CF595636A36}"/>
          </ac:spMkLst>
        </pc:spChg>
        <pc:spChg chg="mod">
          <ac:chgData name="Doucoure Sékou" userId="dbdfe042b34fbcd3" providerId="LiveId" clId="{DBE2FB79-7E0D-4C27-94C7-E5149F4E0993}" dt="2026-03-16T19:39:15.037" v="7361"/>
          <ac:spMkLst>
            <pc:docMk/>
            <pc:sldMk cId="2878279343" sldId="317"/>
            <ac:spMk id="20" creationId="{B309A064-B676-80D1-EB3A-3CC427F9FC31}"/>
          </ac:spMkLst>
        </pc:spChg>
        <pc:spChg chg="mod">
          <ac:chgData name="Doucoure Sékou" userId="dbdfe042b34fbcd3" providerId="LiveId" clId="{DBE2FB79-7E0D-4C27-94C7-E5149F4E0993}" dt="2026-03-16T19:39:15.037" v="7361"/>
          <ac:spMkLst>
            <pc:docMk/>
            <pc:sldMk cId="2878279343" sldId="317"/>
            <ac:spMk id="22" creationId="{76E6EF01-0C1A-77F6-244F-C4943FDD0B67}"/>
          </ac:spMkLst>
        </pc:spChg>
        <pc:spChg chg="mod">
          <ac:chgData name="Doucoure Sékou" userId="dbdfe042b34fbcd3" providerId="LiveId" clId="{DBE2FB79-7E0D-4C27-94C7-E5149F4E0993}" dt="2026-03-16T19:39:15.037" v="7361"/>
          <ac:spMkLst>
            <pc:docMk/>
            <pc:sldMk cId="2878279343" sldId="317"/>
            <ac:spMk id="26" creationId="{CE910FA9-B4DE-3F0F-6126-DE76BA383DF4}"/>
          </ac:spMkLst>
        </pc:spChg>
        <pc:spChg chg="mod">
          <ac:chgData name="Doucoure Sékou" userId="dbdfe042b34fbcd3" providerId="LiveId" clId="{DBE2FB79-7E0D-4C27-94C7-E5149F4E0993}" dt="2026-03-16T19:39:15.037" v="7361"/>
          <ac:spMkLst>
            <pc:docMk/>
            <pc:sldMk cId="2878279343" sldId="317"/>
            <ac:spMk id="31" creationId="{E095E26A-80A9-D991-AEFC-7A7F6796637A}"/>
          </ac:spMkLst>
        </pc:spChg>
        <pc:spChg chg="mod">
          <ac:chgData name="Doucoure Sékou" userId="dbdfe042b34fbcd3" providerId="LiveId" clId="{DBE2FB79-7E0D-4C27-94C7-E5149F4E0993}" dt="2026-03-16T19:39:15.037" v="7361"/>
          <ac:spMkLst>
            <pc:docMk/>
            <pc:sldMk cId="2878279343" sldId="317"/>
            <ac:spMk id="32" creationId="{256CF1B6-B736-7334-4CBA-312C1EE90250}"/>
          </ac:spMkLst>
        </pc:spChg>
        <pc:spChg chg="mod">
          <ac:chgData name="Doucoure Sékou" userId="dbdfe042b34fbcd3" providerId="LiveId" clId="{DBE2FB79-7E0D-4C27-94C7-E5149F4E0993}" dt="2026-03-16T19:39:15.037" v="7361"/>
          <ac:spMkLst>
            <pc:docMk/>
            <pc:sldMk cId="2878279343" sldId="317"/>
            <ac:spMk id="33" creationId="{8F851759-AC57-5F96-D072-D65BAE1FFBB5}"/>
          </ac:spMkLst>
        </pc:spChg>
        <pc:spChg chg="mod">
          <ac:chgData name="Doucoure Sékou" userId="dbdfe042b34fbcd3" providerId="LiveId" clId="{DBE2FB79-7E0D-4C27-94C7-E5149F4E0993}" dt="2026-03-16T19:39:15.037" v="7361"/>
          <ac:spMkLst>
            <pc:docMk/>
            <pc:sldMk cId="2878279343" sldId="317"/>
            <ac:spMk id="34" creationId="{C8EC6B0C-A790-7277-43C7-31A938AD7E80}"/>
          </ac:spMkLst>
        </pc:spChg>
        <pc:spChg chg="mod">
          <ac:chgData name="Doucoure Sékou" userId="dbdfe042b34fbcd3" providerId="LiveId" clId="{DBE2FB79-7E0D-4C27-94C7-E5149F4E0993}" dt="2026-03-16T19:39:15.037" v="7361"/>
          <ac:spMkLst>
            <pc:docMk/>
            <pc:sldMk cId="2878279343" sldId="317"/>
            <ac:spMk id="35" creationId="{FA1508E7-31B3-4608-EC9C-275C1D79CD88}"/>
          </ac:spMkLst>
        </pc:spChg>
        <pc:spChg chg="mod">
          <ac:chgData name="Doucoure Sékou" userId="dbdfe042b34fbcd3" providerId="LiveId" clId="{DBE2FB79-7E0D-4C27-94C7-E5149F4E0993}" dt="2026-03-16T19:39:15.037" v="7361"/>
          <ac:spMkLst>
            <pc:docMk/>
            <pc:sldMk cId="2878279343" sldId="317"/>
            <ac:spMk id="36" creationId="{A718C168-5095-0811-9B5C-741394D778A5}"/>
          </ac:spMkLst>
        </pc:spChg>
        <pc:spChg chg="mod">
          <ac:chgData name="Doucoure Sékou" userId="dbdfe042b34fbcd3" providerId="LiveId" clId="{DBE2FB79-7E0D-4C27-94C7-E5149F4E0993}" dt="2026-03-16T19:39:15.037" v="7361"/>
          <ac:spMkLst>
            <pc:docMk/>
            <pc:sldMk cId="2878279343" sldId="317"/>
            <ac:spMk id="43" creationId="{F0121BF0-8D0E-F83D-FED5-07E6D0C258EF}"/>
          </ac:spMkLst>
        </pc:spChg>
        <pc:spChg chg="mod">
          <ac:chgData name="Doucoure Sékou" userId="dbdfe042b34fbcd3" providerId="LiveId" clId="{DBE2FB79-7E0D-4C27-94C7-E5149F4E0993}" dt="2026-03-16T19:39:15.037" v="7361"/>
          <ac:spMkLst>
            <pc:docMk/>
            <pc:sldMk cId="2878279343" sldId="317"/>
            <ac:spMk id="44" creationId="{DA3C1F93-523C-117B-B3CD-7DEE3EAA3516}"/>
          </ac:spMkLst>
        </pc:spChg>
        <pc:graphicFrameChg chg="add mod">
          <ac:chgData name="Doucoure Sékou" userId="dbdfe042b34fbcd3" providerId="LiveId" clId="{DBE2FB79-7E0D-4C27-94C7-E5149F4E0993}" dt="2026-03-12T00:08:39.343" v="4502"/>
          <ac:graphicFrameMkLst>
            <pc:docMk/>
            <pc:sldMk cId="2878279343" sldId="317"/>
            <ac:graphicFrameMk id="2" creationId="{5EFA1ED6-A50E-7D43-6F4E-456C23E95E27}"/>
          </ac:graphicFrameMkLst>
        </pc:graphicFrameChg>
        <pc:graphicFrameChg chg="add del mod">
          <ac:chgData name="Doucoure Sékou" userId="dbdfe042b34fbcd3" providerId="LiveId" clId="{DBE2FB79-7E0D-4C27-94C7-E5149F4E0993}" dt="2026-03-12T00:09:38.540" v="4512" actId="478"/>
          <ac:graphicFrameMkLst>
            <pc:docMk/>
            <pc:sldMk cId="2878279343" sldId="317"/>
            <ac:graphicFrameMk id="3" creationId="{003E1086-8C85-62C7-D312-650D1BEDEFD2}"/>
          </ac:graphicFrameMkLst>
        </pc:graphicFrameChg>
        <pc:graphicFrameChg chg="mod">
          <ac:chgData name="Doucoure Sékou" userId="dbdfe042b34fbcd3" providerId="LiveId" clId="{DBE2FB79-7E0D-4C27-94C7-E5149F4E0993}" dt="2026-03-16T19:39:15.037" v="7361"/>
          <ac:graphicFrameMkLst>
            <pc:docMk/>
            <pc:sldMk cId="2878279343" sldId="317"/>
            <ac:graphicFrameMk id="23" creationId="{48DEA567-399A-B880-A205-9A9C2DC0764F}"/>
          </ac:graphicFrameMkLst>
        </pc:graphicFrameChg>
        <pc:picChg chg="add mod">
          <ac:chgData name="Doucoure Sékou" userId="dbdfe042b34fbcd3" providerId="LiveId" clId="{DBE2FB79-7E0D-4C27-94C7-E5149F4E0993}" dt="2026-03-16T19:39:15.037" v="7361"/>
          <ac:picMkLst>
            <pc:docMk/>
            <pc:sldMk cId="2878279343" sldId="317"/>
            <ac:picMk id="2" creationId="{FB608813-2F4C-AF14-FA9F-0B7BFCFDAD9C}"/>
          </ac:picMkLst>
        </pc:picChg>
        <pc:picChg chg="add mod">
          <ac:chgData name="Doucoure Sékou" userId="dbdfe042b34fbcd3" providerId="LiveId" clId="{DBE2FB79-7E0D-4C27-94C7-E5149F4E0993}" dt="2026-03-16T19:39:15.037" v="7361"/>
          <ac:picMkLst>
            <pc:docMk/>
            <pc:sldMk cId="2878279343" sldId="317"/>
            <ac:picMk id="5" creationId="{0CFC803A-DF32-34CD-3FE7-AC090C9CF428}"/>
          </ac:picMkLst>
        </pc:picChg>
        <pc:picChg chg="add mod">
          <ac:chgData name="Doucoure Sékou" userId="dbdfe042b34fbcd3" providerId="LiveId" clId="{DBE2FB79-7E0D-4C27-94C7-E5149F4E0993}" dt="2026-03-16T19:39:15.037" v="7361"/>
          <ac:picMkLst>
            <pc:docMk/>
            <pc:sldMk cId="2878279343" sldId="317"/>
            <ac:picMk id="7" creationId="{915301EA-4CFA-B9B9-C3B5-DEE5279F2702}"/>
          </ac:picMkLst>
        </pc:picChg>
        <pc:picChg chg="del">
          <ac:chgData name="Doucoure Sékou" userId="dbdfe042b34fbcd3" providerId="LiveId" clId="{DBE2FB79-7E0D-4C27-94C7-E5149F4E0993}" dt="2026-03-12T11:12:22.117" v="5018" actId="478"/>
          <ac:picMkLst>
            <pc:docMk/>
            <pc:sldMk cId="2878279343" sldId="317"/>
            <ac:picMk id="25" creationId="{DF6F37FF-AB6B-1606-B839-85CB7A89AB92}"/>
          </ac:picMkLst>
        </pc:picChg>
        <pc:picChg chg="del">
          <ac:chgData name="Doucoure Sékou" userId="dbdfe042b34fbcd3" providerId="LiveId" clId="{DBE2FB79-7E0D-4C27-94C7-E5149F4E0993}" dt="2026-03-14T16:46:40.445" v="5853" actId="478"/>
          <ac:picMkLst>
            <pc:docMk/>
            <pc:sldMk cId="2878279343" sldId="317"/>
            <ac:picMk id="37" creationId="{8B19B045-14AE-5F50-FFBC-8B0A89658F4F}"/>
          </ac:picMkLst>
        </pc:picChg>
      </pc:sldChg>
      <pc:sldChg chg="addSp delSp modSp add mod ord modTransition modAnim modNotes modNotesTx">
        <pc:chgData name="Doucoure Sékou" userId="dbdfe042b34fbcd3" providerId="LiveId" clId="{DBE2FB79-7E0D-4C27-94C7-E5149F4E0993}" dt="2026-03-17T08:01:06.479" v="7391"/>
        <pc:sldMkLst>
          <pc:docMk/>
          <pc:sldMk cId="3483943395" sldId="318"/>
        </pc:sldMkLst>
        <pc:spChg chg="add">
          <ac:chgData name="Doucoure Sékou" userId="dbdfe042b34fbcd3" providerId="LiveId" clId="{DBE2FB79-7E0D-4C27-94C7-E5149F4E0993}" dt="2026-03-12T00:26:10.854" v="4627"/>
          <ac:spMkLst>
            <pc:docMk/>
            <pc:sldMk cId="3483943395" sldId="318"/>
            <ac:spMk id="2" creationId="{DDD43821-8A45-D1A5-F215-F9C93E28CB3A}"/>
          </ac:spMkLst>
        </pc:spChg>
        <pc:spChg chg="add mod">
          <ac:chgData name="Doucoure Sékou" userId="dbdfe042b34fbcd3" providerId="LiveId" clId="{DBE2FB79-7E0D-4C27-94C7-E5149F4E0993}" dt="2026-03-14T11:39:43.825" v="5607" actId="767"/>
          <ac:spMkLst>
            <pc:docMk/>
            <pc:sldMk cId="3483943395" sldId="318"/>
            <ac:spMk id="3" creationId="{A6EFD886-0A9E-B293-6728-886EF077C18F}"/>
          </ac:spMkLst>
        </pc:spChg>
        <pc:spChg chg="add mod">
          <ac:chgData name="Doucoure Sékou" userId="dbdfe042b34fbcd3" providerId="LiveId" clId="{DBE2FB79-7E0D-4C27-94C7-E5149F4E0993}" dt="2026-03-16T19:39:15.037" v="7361"/>
          <ac:spMkLst>
            <pc:docMk/>
            <pc:sldMk cId="3483943395" sldId="318"/>
            <ac:spMk id="4" creationId="{6C4E0911-DC10-ACCB-F363-F416116AAED4}"/>
          </ac:spMkLst>
        </pc:spChg>
        <pc:spChg chg="add mod">
          <ac:chgData name="Doucoure Sékou" userId="dbdfe042b34fbcd3" providerId="LiveId" clId="{DBE2FB79-7E0D-4C27-94C7-E5149F4E0993}" dt="2026-03-16T19:39:15.037" v="7361"/>
          <ac:spMkLst>
            <pc:docMk/>
            <pc:sldMk cId="3483943395" sldId="318"/>
            <ac:spMk id="5" creationId="{FF592BD0-02A1-608C-7970-794C0738863B}"/>
          </ac:spMkLst>
        </pc:spChg>
        <pc:spChg chg="add mod">
          <ac:chgData name="Doucoure Sékou" userId="dbdfe042b34fbcd3" providerId="LiveId" clId="{DBE2FB79-7E0D-4C27-94C7-E5149F4E0993}" dt="2026-03-16T19:45:05.377" v="7389" actId="255"/>
          <ac:spMkLst>
            <pc:docMk/>
            <pc:sldMk cId="3483943395" sldId="318"/>
            <ac:spMk id="7" creationId="{D980AD25-85FB-9A37-69AE-374C8B5CCB2C}"/>
          </ac:spMkLst>
        </pc:spChg>
        <pc:spChg chg="add del mod">
          <ac:chgData name="Doucoure Sékou" userId="dbdfe042b34fbcd3" providerId="LiveId" clId="{DBE2FB79-7E0D-4C27-94C7-E5149F4E0993}" dt="2026-03-14T11:38:07.975" v="5593" actId="478"/>
          <ac:spMkLst>
            <pc:docMk/>
            <pc:sldMk cId="3483943395" sldId="318"/>
            <ac:spMk id="8" creationId="{EFF2FF42-6B06-285B-D0FB-DD48628090F8}"/>
          </ac:spMkLst>
        </pc:spChg>
        <pc:spChg chg="del mod">
          <ac:chgData name="Doucoure Sékou" userId="dbdfe042b34fbcd3" providerId="LiveId" clId="{DBE2FB79-7E0D-4C27-94C7-E5149F4E0993}" dt="2026-03-12T00:15:32.345" v="4577" actId="478"/>
          <ac:spMkLst>
            <pc:docMk/>
            <pc:sldMk cId="3483943395" sldId="318"/>
            <ac:spMk id="11" creationId="{594E9A42-4F0C-E70D-2D50-01A20F44DF2C}"/>
          </ac:spMkLst>
        </pc:spChg>
        <pc:spChg chg="del">
          <ac:chgData name="Doucoure Sékou" userId="dbdfe042b34fbcd3" providerId="LiveId" clId="{DBE2FB79-7E0D-4C27-94C7-E5149F4E0993}" dt="2026-03-12T00:15:35.647" v="4578" actId="478"/>
          <ac:spMkLst>
            <pc:docMk/>
            <pc:sldMk cId="3483943395" sldId="318"/>
            <ac:spMk id="13" creationId="{7A6BADC4-6E63-6C63-FF74-2841082C21AA}"/>
          </ac:spMkLst>
        </pc:spChg>
        <pc:spChg chg="mod">
          <ac:chgData name="Doucoure Sékou" userId="dbdfe042b34fbcd3" providerId="LiveId" clId="{DBE2FB79-7E0D-4C27-94C7-E5149F4E0993}" dt="2026-03-16T19:39:15.037" v="7361"/>
          <ac:spMkLst>
            <pc:docMk/>
            <pc:sldMk cId="3483943395" sldId="318"/>
            <ac:spMk id="20" creationId="{BF95A207-CBEA-2970-797C-84BEAACCC151}"/>
          </ac:spMkLst>
        </pc:spChg>
        <pc:spChg chg="mod">
          <ac:chgData name="Doucoure Sékou" userId="dbdfe042b34fbcd3" providerId="LiveId" clId="{DBE2FB79-7E0D-4C27-94C7-E5149F4E0993}" dt="2026-03-16T19:39:15.037" v="7361"/>
          <ac:spMkLst>
            <pc:docMk/>
            <pc:sldMk cId="3483943395" sldId="318"/>
            <ac:spMk id="22" creationId="{1CB72374-211A-2F04-6A24-6FA79745C0B5}"/>
          </ac:spMkLst>
        </pc:spChg>
        <pc:spChg chg="mod">
          <ac:chgData name="Doucoure Sékou" userId="dbdfe042b34fbcd3" providerId="LiveId" clId="{DBE2FB79-7E0D-4C27-94C7-E5149F4E0993}" dt="2026-03-16T19:44:33.994" v="7385" actId="255"/>
          <ac:spMkLst>
            <pc:docMk/>
            <pc:sldMk cId="3483943395" sldId="318"/>
            <ac:spMk id="26" creationId="{A99D8600-3EF3-3341-55C5-3B704B346DB3}"/>
          </ac:spMkLst>
        </pc:spChg>
        <pc:spChg chg="mod">
          <ac:chgData name="Doucoure Sékou" userId="dbdfe042b34fbcd3" providerId="LiveId" clId="{DBE2FB79-7E0D-4C27-94C7-E5149F4E0993}" dt="2026-03-16T19:39:15.037" v="7361"/>
          <ac:spMkLst>
            <pc:docMk/>
            <pc:sldMk cId="3483943395" sldId="318"/>
            <ac:spMk id="31" creationId="{D9D63CEA-9927-08FA-5F96-786E0AD989B2}"/>
          </ac:spMkLst>
        </pc:spChg>
        <pc:spChg chg="mod">
          <ac:chgData name="Doucoure Sékou" userId="dbdfe042b34fbcd3" providerId="LiveId" clId="{DBE2FB79-7E0D-4C27-94C7-E5149F4E0993}" dt="2026-03-16T19:39:15.037" v="7361"/>
          <ac:spMkLst>
            <pc:docMk/>
            <pc:sldMk cId="3483943395" sldId="318"/>
            <ac:spMk id="32" creationId="{66EA1F48-3E7D-C349-3E18-96D5FB792930}"/>
          </ac:spMkLst>
        </pc:spChg>
        <pc:spChg chg="mod">
          <ac:chgData name="Doucoure Sékou" userId="dbdfe042b34fbcd3" providerId="LiveId" clId="{DBE2FB79-7E0D-4C27-94C7-E5149F4E0993}" dt="2026-03-16T19:39:15.037" v="7361"/>
          <ac:spMkLst>
            <pc:docMk/>
            <pc:sldMk cId="3483943395" sldId="318"/>
            <ac:spMk id="33" creationId="{12D3588D-93C8-C7C1-88A6-9FE413A55586}"/>
          </ac:spMkLst>
        </pc:spChg>
        <pc:spChg chg="mod">
          <ac:chgData name="Doucoure Sékou" userId="dbdfe042b34fbcd3" providerId="LiveId" clId="{DBE2FB79-7E0D-4C27-94C7-E5149F4E0993}" dt="2026-03-16T19:39:15.037" v="7361"/>
          <ac:spMkLst>
            <pc:docMk/>
            <pc:sldMk cId="3483943395" sldId="318"/>
            <ac:spMk id="34" creationId="{14231DC7-7469-9E7C-CA0B-892F4BD4A844}"/>
          </ac:spMkLst>
        </pc:spChg>
        <pc:spChg chg="mod">
          <ac:chgData name="Doucoure Sékou" userId="dbdfe042b34fbcd3" providerId="LiveId" clId="{DBE2FB79-7E0D-4C27-94C7-E5149F4E0993}" dt="2026-03-16T19:39:15.037" v="7361"/>
          <ac:spMkLst>
            <pc:docMk/>
            <pc:sldMk cId="3483943395" sldId="318"/>
            <ac:spMk id="35" creationId="{3C91C900-332A-2AC2-D17F-8CA5767F45D9}"/>
          </ac:spMkLst>
        </pc:spChg>
        <pc:spChg chg="mod">
          <ac:chgData name="Doucoure Sékou" userId="dbdfe042b34fbcd3" providerId="LiveId" clId="{DBE2FB79-7E0D-4C27-94C7-E5149F4E0993}" dt="2026-03-16T19:39:15.037" v="7361"/>
          <ac:spMkLst>
            <pc:docMk/>
            <pc:sldMk cId="3483943395" sldId="318"/>
            <ac:spMk id="36" creationId="{90845CDD-282E-DE04-7E83-E31BEFC73B50}"/>
          </ac:spMkLst>
        </pc:spChg>
        <pc:spChg chg="mod">
          <ac:chgData name="Doucoure Sékou" userId="dbdfe042b34fbcd3" providerId="LiveId" clId="{DBE2FB79-7E0D-4C27-94C7-E5149F4E0993}" dt="2026-03-16T19:39:15.037" v="7361"/>
          <ac:spMkLst>
            <pc:docMk/>
            <pc:sldMk cId="3483943395" sldId="318"/>
            <ac:spMk id="43" creationId="{A2D04148-0FDB-D20F-BE99-BA5E005864A1}"/>
          </ac:spMkLst>
        </pc:spChg>
        <pc:spChg chg="mod">
          <ac:chgData name="Doucoure Sékou" userId="dbdfe042b34fbcd3" providerId="LiveId" clId="{DBE2FB79-7E0D-4C27-94C7-E5149F4E0993}" dt="2026-03-16T19:39:15.037" v="7361"/>
          <ac:spMkLst>
            <pc:docMk/>
            <pc:sldMk cId="3483943395" sldId="318"/>
            <ac:spMk id="44" creationId="{3BF574B0-7AE0-7810-DF94-7AA68916CA40}"/>
          </ac:spMkLst>
        </pc:spChg>
        <pc:graphicFrameChg chg="mod">
          <ac:chgData name="Doucoure Sékou" userId="dbdfe042b34fbcd3" providerId="LiveId" clId="{DBE2FB79-7E0D-4C27-94C7-E5149F4E0993}" dt="2026-03-16T19:39:15.037" v="7361"/>
          <ac:graphicFrameMkLst>
            <pc:docMk/>
            <pc:sldMk cId="3483943395" sldId="318"/>
            <ac:graphicFrameMk id="23" creationId="{818363C5-C4EA-6F8D-6264-ACDA000FEFD1}"/>
          </ac:graphicFrameMkLst>
        </pc:graphicFrameChg>
        <pc:picChg chg="add mod">
          <ac:chgData name="Doucoure Sékou" userId="dbdfe042b34fbcd3" providerId="LiveId" clId="{DBE2FB79-7E0D-4C27-94C7-E5149F4E0993}" dt="2026-03-16T19:39:15.037" v="7361"/>
          <ac:picMkLst>
            <pc:docMk/>
            <pc:sldMk cId="3483943395" sldId="318"/>
            <ac:picMk id="2" creationId="{22C474C2-FD3A-6BC9-3EB6-760494FD3D5E}"/>
          </ac:picMkLst>
        </pc:picChg>
        <pc:picChg chg="add mod">
          <ac:chgData name="Doucoure Sékou" userId="dbdfe042b34fbcd3" providerId="LiveId" clId="{DBE2FB79-7E0D-4C27-94C7-E5149F4E0993}" dt="2026-03-16T19:39:15.037" v="7361"/>
          <ac:picMkLst>
            <pc:docMk/>
            <pc:sldMk cId="3483943395" sldId="318"/>
            <ac:picMk id="3" creationId="{28EB1032-9D8E-25D9-46A4-C379ADC03BCB}"/>
          </ac:picMkLst>
        </pc:picChg>
        <pc:picChg chg="add del mod">
          <ac:chgData name="Doucoure Sékou" userId="dbdfe042b34fbcd3" providerId="LiveId" clId="{DBE2FB79-7E0D-4C27-94C7-E5149F4E0993}" dt="2026-03-12T00:31:05.840" v="4682" actId="21"/>
          <ac:picMkLst>
            <pc:docMk/>
            <pc:sldMk cId="3483943395" sldId="318"/>
            <ac:picMk id="4" creationId="{5B481D36-0009-0E2F-3B0A-1671B913AE96}"/>
          </ac:picMkLst>
        </pc:picChg>
        <pc:picChg chg="del">
          <ac:chgData name="Doucoure Sékou" userId="dbdfe042b34fbcd3" providerId="LiveId" clId="{DBE2FB79-7E0D-4C27-94C7-E5149F4E0993}" dt="2026-03-12T00:15:21.662" v="4574" actId="478"/>
          <ac:picMkLst>
            <pc:docMk/>
            <pc:sldMk cId="3483943395" sldId="318"/>
            <ac:picMk id="5" creationId="{CED8B059-15CC-581A-103E-B6B3D2A1546E}"/>
          </ac:picMkLst>
        </pc:picChg>
        <pc:picChg chg="add del mod">
          <ac:chgData name="Doucoure Sékou" userId="dbdfe042b34fbcd3" providerId="LiveId" clId="{DBE2FB79-7E0D-4C27-94C7-E5149F4E0993}" dt="2026-03-14T11:37:45.528" v="5591" actId="478"/>
          <ac:picMkLst>
            <pc:docMk/>
            <pc:sldMk cId="3483943395" sldId="318"/>
            <ac:picMk id="6" creationId="{5B481D36-0009-0E2F-3B0A-1671B913AE96}"/>
          </ac:picMkLst>
        </pc:picChg>
        <pc:picChg chg="del">
          <ac:chgData name="Doucoure Sékou" userId="dbdfe042b34fbcd3" providerId="LiveId" clId="{DBE2FB79-7E0D-4C27-94C7-E5149F4E0993}" dt="2026-03-12T00:15:23.309" v="4575" actId="478"/>
          <ac:picMkLst>
            <pc:docMk/>
            <pc:sldMk cId="3483943395" sldId="318"/>
            <ac:picMk id="7" creationId="{A82FBBDC-B122-7A47-27F3-BF13F9EF8A67}"/>
          </ac:picMkLst>
        </pc:picChg>
        <pc:picChg chg="add del mod">
          <ac:chgData name="Doucoure Sékou" userId="dbdfe042b34fbcd3" providerId="LiveId" clId="{DBE2FB79-7E0D-4C27-94C7-E5149F4E0993}" dt="2026-03-12T00:32:08.604" v="4693" actId="478"/>
          <ac:picMkLst>
            <pc:docMk/>
            <pc:sldMk cId="3483943395" sldId="318"/>
            <ac:picMk id="9" creationId="{7F53ECC7-05FE-D546-FDB8-52AF08EF236D}"/>
          </ac:picMkLst>
        </pc:picChg>
        <pc:picChg chg="del">
          <ac:chgData name="Doucoure Sékou" userId="dbdfe042b34fbcd3" providerId="LiveId" clId="{DBE2FB79-7E0D-4C27-94C7-E5149F4E0993}" dt="2026-03-12T11:12:37.628" v="5021" actId="478"/>
          <ac:picMkLst>
            <pc:docMk/>
            <pc:sldMk cId="3483943395" sldId="318"/>
            <ac:picMk id="25" creationId="{3C7C5B12-297D-790A-CEE7-BB1684E0462A}"/>
          </ac:picMkLst>
        </pc:picChg>
        <pc:picChg chg="del">
          <ac:chgData name="Doucoure Sékou" userId="dbdfe042b34fbcd3" providerId="LiveId" clId="{DBE2FB79-7E0D-4C27-94C7-E5149F4E0993}" dt="2026-03-14T16:47:46.088" v="5857" actId="478"/>
          <ac:picMkLst>
            <pc:docMk/>
            <pc:sldMk cId="3483943395" sldId="318"/>
            <ac:picMk id="37" creationId="{A353C091-201A-6EA1-892D-A858B3085591}"/>
          </ac:picMkLst>
        </pc:picChg>
      </pc:sldChg>
      <pc:sldChg chg="addSp delSp modSp add mod modTransition modAnim modNotes">
        <pc:chgData name="Doucoure Sékou" userId="dbdfe042b34fbcd3" providerId="LiveId" clId="{DBE2FB79-7E0D-4C27-94C7-E5149F4E0993}" dt="2026-03-16T19:39:15.037" v="7361"/>
        <pc:sldMkLst>
          <pc:docMk/>
          <pc:sldMk cId="1641749251" sldId="319"/>
        </pc:sldMkLst>
        <pc:spChg chg="add">
          <ac:chgData name="Doucoure Sékou" userId="dbdfe042b34fbcd3" providerId="LiveId" clId="{DBE2FB79-7E0D-4C27-94C7-E5149F4E0993}" dt="2026-03-12T00:44:03.921" v="4757"/>
          <ac:spMkLst>
            <pc:docMk/>
            <pc:sldMk cId="1641749251" sldId="319"/>
            <ac:spMk id="4" creationId="{7906010A-1948-A208-4CCB-D33371026ABB}"/>
          </ac:spMkLst>
        </pc:spChg>
        <pc:spChg chg="add">
          <ac:chgData name="Doucoure Sékou" userId="dbdfe042b34fbcd3" providerId="LiveId" clId="{DBE2FB79-7E0D-4C27-94C7-E5149F4E0993}" dt="2026-03-12T00:44:23.162" v="4767"/>
          <ac:spMkLst>
            <pc:docMk/>
            <pc:sldMk cId="1641749251" sldId="319"/>
            <ac:spMk id="5" creationId="{6D56026A-BE69-2EC4-C194-D45A3E35FE62}"/>
          </ac:spMkLst>
        </pc:spChg>
        <pc:spChg chg="del">
          <ac:chgData name="Doucoure Sékou" userId="dbdfe042b34fbcd3" providerId="LiveId" clId="{DBE2FB79-7E0D-4C27-94C7-E5149F4E0993}" dt="2026-03-12T00:39:34.796" v="4710" actId="478"/>
          <ac:spMkLst>
            <pc:docMk/>
            <pc:sldMk cId="1641749251" sldId="319"/>
            <ac:spMk id="8" creationId="{2AEDAF92-840A-C97F-79F2-9200867ACBDB}"/>
          </ac:spMkLst>
        </pc:spChg>
        <pc:spChg chg="mod">
          <ac:chgData name="Doucoure Sékou" userId="dbdfe042b34fbcd3" providerId="LiveId" clId="{DBE2FB79-7E0D-4C27-94C7-E5149F4E0993}" dt="2026-03-16T19:39:15.037" v="7361"/>
          <ac:spMkLst>
            <pc:docMk/>
            <pc:sldMk cId="1641749251" sldId="319"/>
            <ac:spMk id="20" creationId="{622F25D9-E61D-49F1-F60A-23E09FD80857}"/>
          </ac:spMkLst>
        </pc:spChg>
        <pc:spChg chg="mod">
          <ac:chgData name="Doucoure Sékou" userId="dbdfe042b34fbcd3" providerId="LiveId" clId="{DBE2FB79-7E0D-4C27-94C7-E5149F4E0993}" dt="2026-03-16T19:39:15.037" v="7361"/>
          <ac:spMkLst>
            <pc:docMk/>
            <pc:sldMk cId="1641749251" sldId="319"/>
            <ac:spMk id="22" creationId="{73DA24EC-B708-B030-99EE-94499B6979E2}"/>
          </ac:spMkLst>
        </pc:spChg>
        <pc:spChg chg="mod">
          <ac:chgData name="Doucoure Sékou" userId="dbdfe042b34fbcd3" providerId="LiveId" clId="{DBE2FB79-7E0D-4C27-94C7-E5149F4E0993}" dt="2026-03-16T19:39:15.037" v="7361"/>
          <ac:spMkLst>
            <pc:docMk/>
            <pc:sldMk cId="1641749251" sldId="319"/>
            <ac:spMk id="26" creationId="{422850C4-56E3-911C-281E-A30A3AD48E6C}"/>
          </ac:spMkLst>
        </pc:spChg>
        <pc:spChg chg="mod">
          <ac:chgData name="Doucoure Sékou" userId="dbdfe042b34fbcd3" providerId="LiveId" clId="{DBE2FB79-7E0D-4C27-94C7-E5149F4E0993}" dt="2026-03-16T19:39:15.037" v="7361"/>
          <ac:spMkLst>
            <pc:docMk/>
            <pc:sldMk cId="1641749251" sldId="319"/>
            <ac:spMk id="31" creationId="{E0235015-5257-1BCE-E481-3CF0B8879D3D}"/>
          </ac:spMkLst>
        </pc:spChg>
        <pc:spChg chg="mod">
          <ac:chgData name="Doucoure Sékou" userId="dbdfe042b34fbcd3" providerId="LiveId" clId="{DBE2FB79-7E0D-4C27-94C7-E5149F4E0993}" dt="2026-03-16T19:39:15.037" v="7361"/>
          <ac:spMkLst>
            <pc:docMk/>
            <pc:sldMk cId="1641749251" sldId="319"/>
            <ac:spMk id="32" creationId="{C5B3B7E8-4A3D-90AA-07C2-6A74C693721E}"/>
          </ac:spMkLst>
        </pc:spChg>
        <pc:spChg chg="mod">
          <ac:chgData name="Doucoure Sékou" userId="dbdfe042b34fbcd3" providerId="LiveId" clId="{DBE2FB79-7E0D-4C27-94C7-E5149F4E0993}" dt="2026-03-16T19:39:15.037" v="7361"/>
          <ac:spMkLst>
            <pc:docMk/>
            <pc:sldMk cId="1641749251" sldId="319"/>
            <ac:spMk id="33" creationId="{497FE853-2742-9772-16BC-3C97C250E589}"/>
          </ac:spMkLst>
        </pc:spChg>
        <pc:spChg chg="mod">
          <ac:chgData name="Doucoure Sékou" userId="dbdfe042b34fbcd3" providerId="LiveId" clId="{DBE2FB79-7E0D-4C27-94C7-E5149F4E0993}" dt="2026-03-16T19:39:15.037" v="7361"/>
          <ac:spMkLst>
            <pc:docMk/>
            <pc:sldMk cId="1641749251" sldId="319"/>
            <ac:spMk id="34" creationId="{681A5229-9CF1-304F-6EF3-DCB5204789B0}"/>
          </ac:spMkLst>
        </pc:spChg>
        <pc:spChg chg="mod">
          <ac:chgData name="Doucoure Sékou" userId="dbdfe042b34fbcd3" providerId="LiveId" clId="{DBE2FB79-7E0D-4C27-94C7-E5149F4E0993}" dt="2026-03-16T19:39:15.037" v="7361"/>
          <ac:spMkLst>
            <pc:docMk/>
            <pc:sldMk cId="1641749251" sldId="319"/>
            <ac:spMk id="35" creationId="{7E128A83-1CBA-CB5C-25F0-56C3FC620CD9}"/>
          </ac:spMkLst>
        </pc:spChg>
        <pc:spChg chg="mod">
          <ac:chgData name="Doucoure Sékou" userId="dbdfe042b34fbcd3" providerId="LiveId" clId="{DBE2FB79-7E0D-4C27-94C7-E5149F4E0993}" dt="2026-03-16T19:39:15.037" v="7361"/>
          <ac:spMkLst>
            <pc:docMk/>
            <pc:sldMk cId="1641749251" sldId="319"/>
            <ac:spMk id="36" creationId="{711AEAA0-506C-3B48-0A6C-8440809542C3}"/>
          </ac:spMkLst>
        </pc:spChg>
        <pc:spChg chg="mod">
          <ac:chgData name="Doucoure Sékou" userId="dbdfe042b34fbcd3" providerId="LiveId" clId="{DBE2FB79-7E0D-4C27-94C7-E5149F4E0993}" dt="2026-03-16T19:39:15.037" v="7361"/>
          <ac:spMkLst>
            <pc:docMk/>
            <pc:sldMk cId="1641749251" sldId="319"/>
            <ac:spMk id="43" creationId="{53CFB771-4EF5-971D-0161-49590F86E205}"/>
          </ac:spMkLst>
        </pc:spChg>
        <pc:spChg chg="mod">
          <ac:chgData name="Doucoure Sékou" userId="dbdfe042b34fbcd3" providerId="LiveId" clId="{DBE2FB79-7E0D-4C27-94C7-E5149F4E0993}" dt="2026-03-16T19:39:15.037" v="7361"/>
          <ac:spMkLst>
            <pc:docMk/>
            <pc:sldMk cId="1641749251" sldId="319"/>
            <ac:spMk id="44" creationId="{97F72F15-9577-AC1C-A4F9-18B75DE0762E}"/>
          </ac:spMkLst>
        </pc:spChg>
        <pc:graphicFrameChg chg="del modGraphic">
          <ac:chgData name="Doucoure Sékou" userId="dbdfe042b34fbcd3" providerId="LiveId" clId="{DBE2FB79-7E0D-4C27-94C7-E5149F4E0993}" dt="2026-03-12T00:42:05.461" v="4734" actId="478"/>
          <ac:graphicFrameMkLst>
            <pc:docMk/>
            <pc:sldMk cId="1641749251" sldId="319"/>
            <ac:graphicFrameMk id="23" creationId="{6F6944E5-1AE5-0230-7F29-28152C812C8F}"/>
          </ac:graphicFrameMkLst>
        </pc:graphicFrameChg>
        <pc:picChg chg="add mod">
          <ac:chgData name="Doucoure Sékou" userId="dbdfe042b34fbcd3" providerId="LiveId" clId="{DBE2FB79-7E0D-4C27-94C7-E5149F4E0993}" dt="2026-03-16T19:39:15.037" v="7361"/>
          <ac:picMkLst>
            <pc:docMk/>
            <pc:sldMk cId="1641749251" sldId="319"/>
            <ac:picMk id="2" creationId="{E095D8F0-9C1C-8F7A-7E99-C98C53B3233B}"/>
          </ac:picMkLst>
        </pc:picChg>
        <pc:picChg chg="add mod">
          <ac:chgData name="Doucoure Sékou" userId="dbdfe042b34fbcd3" providerId="LiveId" clId="{DBE2FB79-7E0D-4C27-94C7-E5149F4E0993}" dt="2026-03-16T19:39:15.037" v="7361"/>
          <ac:picMkLst>
            <pc:docMk/>
            <pc:sldMk cId="1641749251" sldId="319"/>
            <ac:picMk id="3" creationId="{A8CAF5B5-568B-9DC5-37FC-256554EE2EA2}"/>
          </ac:picMkLst>
        </pc:picChg>
        <pc:picChg chg="del">
          <ac:chgData name="Doucoure Sékou" userId="dbdfe042b34fbcd3" providerId="LiveId" clId="{DBE2FB79-7E0D-4C27-94C7-E5149F4E0993}" dt="2026-03-12T00:39:37.544" v="4711" actId="478"/>
          <ac:picMkLst>
            <pc:docMk/>
            <pc:sldMk cId="1641749251" sldId="319"/>
            <ac:picMk id="6" creationId="{24B495C8-4D8C-D780-CFB3-BA5929977706}"/>
          </ac:picMkLst>
        </pc:picChg>
        <pc:picChg chg="del">
          <ac:chgData name="Doucoure Sékou" userId="dbdfe042b34fbcd3" providerId="LiveId" clId="{DBE2FB79-7E0D-4C27-94C7-E5149F4E0993}" dt="2026-03-12T11:13:01.985" v="5029" actId="478"/>
          <ac:picMkLst>
            <pc:docMk/>
            <pc:sldMk cId="1641749251" sldId="319"/>
            <ac:picMk id="25" creationId="{9DFE2081-5E74-263D-C78E-95A645A42FC5}"/>
          </ac:picMkLst>
        </pc:picChg>
        <pc:picChg chg="del">
          <ac:chgData name="Doucoure Sékou" userId="dbdfe042b34fbcd3" providerId="LiveId" clId="{DBE2FB79-7E0D-4C27-94C7-E5149F4E0993}" dt="2026-03-14T16:47:57.266" v="5859" actId="478"/>
          <ac:picMkLst>
            <pc:docMk/>
            <pc:sldMk cId="1641749251" sldId="319"/>
            <ac:picMk id="37" creationId="{78F3C880-2ACE-FD04-F025-055B790659CC}"/>
          </ac:picMkLst>
        </pc:picChg>
      </pc:sldChg>
      <pc:sldChg chg="addSp delSp modSp add mod modTransition modAnim modNotes modNotesTx">
        <pc:chgData name="Doucoure Sékou" userId="dbdfe042b34fbcd3" providerId="LiveId" clId="{DBE2FB79-7E0D-4C27-94C7-E5149F4E0993}" dt="2026-03-16T19:39:15.037" v="7361"/>
        <pc:sldMkLst>
          <pc:docMk/>
          <pc:sldMk cId="2225985043" sldId="320"/>
        </pc:sldMkLst>
        <pc:spChg chg="mod">
          <ac:chgData name="Doucoure Sékou" userId="dbdfe042b34fbcd3" providerId="LiveId" clId="{DBE2FB79-7E0D-4C27-94C7-E5149F4E0993}" dt="2026-03-16T19:39:15.037" v="7361"/>
          <ac:spMkLst>
            <pc:docMk/>
            <pc:sldMk cId="2225985043" sldId="320"/>
            <ac:spMk id="20" creationId="{8B06EDEC-0C9E-3FD2-336B-31A5AF6A134E}"/>
          </ac:spMkLst>
        </pc:spChg>
        <pc:spChg chg="mod">
          <ac:chgData name="Doucoure Sékou" userId="dbdfe042b34fbcd3" providerId="LiveId" clId="{DBE2FB79-7E0D-4C27-94C7-E5149F4E0993}" dt="2026-03-16T19:39:15.037" v="7361"/>
          <ac:spMkLst>
            <pc:docMk/>
            <pc:sldMk cId="2225985043" sldId="320"/>
            <ac:spMk id="22" creationId="{575370A8-4657-81BE-948A-74F94F557CAF}"/>
          </ac:spMkLst>
        </pc:spChg>
        <pc:spChg chg="mod">
          <ac:chgData name="Doucoure Sékou" userId="dbdfe042b34fbcd3" providerId="LiveId" clId="{DBE2FB79-7E0D-4C27-94C7-E5149F4E0993}" dt="2026-03-16T19:39:15.037" v="7361"/>
          <ac:spMkLst>
            <pc:docMk/>
            <pc:sldMk cId="2225985043" sldId="320"/>
            <ac:spMk id="26" creationId="{C3EB3314-E9D1-0852-6D75-6FF1A62BA54B}"/>
          </ac:spMkLst>
        </pc:spChg>
        <pc:spChg chg="mod">
          <ac:chgData name="Doucoure Sékou" userId="dbdfe042b34fbcd3" providerId="LiveId" clId="{DBE2FB79-7E0D-4C27-94C7-E5149F4E0993}" dt="2026-03-16T19:39:15.037" v="7361"/>
          <ac:spMkLst>
            <pc:docMk/>
            <pc:sldMk cId="2225985043" sldId="320"/>
            <ac:spMk id="31" creationId="{A44C2082-B413-04DF-7546-F6222256F4E3}"/>
          </ac:spMkLst>
        </pc:spChg>
        <pc:spChg chg="mod">
          <ac:chgData name="Doucoure Sékou" userId="dbdfe042b34fbcd3" providerId="LiveId" clId="{DBE2FB79-7E0D-4C27-94C7-E5149F4E0993}" dt="2026-03-16T19:39:15.037" v="7361"/>
          <ac:spMkLst>
            <pc:docMk/>
            <pc:sldMk cId="2225985043" sldId="320"/>
            <ac:spMk id="32" creationId="{487465D5-6D97-0609-10E6-BF1D135BA7F0}"/>
          </ac:spMkLst>
        </pc:spChg>
        <pc:spChg chg="mod">
          <ac:chgData name="Doucoure Sékou" userId="dbdfe042b34fbcd3" providerId="LiveId" clId="{DBE2FB79-7E0D-4C27-94C7-E5149F4E0993}" dt="2026-03-16T19:39:15.037" v="7361"/>
          <ac:spMkLst>
            <pc:docMk/>
            <pc:sldMk cId="2225985043" sldId="320"/>
            <ac:spMk id="33" creationId="{9191EFEB-9832-A7C0-E299-717D8ECB35AD}"/>
          </ac:spMkLst>
        </pc:spChg>
        <pc:spChg chg="mod">
          <ac:chgData name="Doucoure Sékou" userId="dbdfe042b34fbcd3" providerId="LiveId" clId="{DBE2FB79-7E0D-4C27-94C7-E5149F4E0993}" dt="2026-03-16T19:39:15.037" v="7361"/>
          <ac:spMkLst>
            <pc:docMk/>
            <pc:sldMk cId="2225985043" sldId="320"/>
            <ac:spMk id="34" creationId="{4415DE3F-188C-B663-E3B5-2A6FABF52FE5}"/>
          </ac:spMkLst>
        </pc:spChg>
        <pc:spChg chg="mod">
          <ac:chgData name="Doucoure Sékou" userId="dbdfe042b34fbcd3" providerId="LiveId" clId="{DBE2FB79-7E0D-4C27-94C7-E5149F4E0993}" dt="2026-03-16T19:39:15.037" v="7361"/>
          <ac:spMkLst>
            <pc:docMk/>
            <pc:sldMk cId="2225985043" sldId="320"/>
            <ac:spMk id="35" creationId="{370B5242-9990-EC78-6E8C-F634F7FDC210}"/>
          </ac:spMkLst>
        </pc:spChg>
        <pc:spChg chg="mod">
          <ac:chgData name="Doucoure Sékou" userId="dbdfe042b34fbcd3" providerId="LiveId" clId="{DBE2FB79-7E0D-4C27-94C7-E5149F4E0993}" dt="2026-03-16T19:39:15.037" v="7361"/>
          <ac:spMkLst>
            <pc:docMk/>
            <pc:sldMk cId="2225985043" sldId="320"/>
            <ac:spMk id="36" creationId="{F1C8AABC-1166-97A7-9005-28F6DE52D2B4}"/>
          </ac:spMkLst>
        </pc:spChg>
        <pc:spChg chg="mod">
          <ac:chgData name="Doucoure Sékou" userId="dbdfe042b34fbcd3" providerId="LiveId" clId="{DBE2FB79-7E0D-4C27-94C7-E5149F4E0993}" dt="2026-03-16T19:39:15.037" v="7361"/>
          <ac:spMkLst>
            <pc:docMk/>
            <pc:sldMk cId="2225985043" sldId="320"/>
            <ac:spMk id="43" creationId="{3E212032-EB0F-B513-DF0A-BA4960BAB896}"/>
          </ac:spMkLst>
        </pc:spChg>
        <pc:spChg chg="mod">
          <ac:chgData name="Doucoure Sékou" userId="dbdfe042b34fbcd3" providerId="LiveId" clId="{DBE2FB79-7E0D-4C27-94C7-E5149F4E0993}" dt="2026-03-16T19:39:15.037" v="7361"/>
          <ac:spMkLst>
            <pc:docMk/>
            <pc:sldMk cId="2225985043" sldId="320"/>
            <ac:spMk id="44" creationId="{C9066A17-8EB3-0252-8504-457905480453}"/>
          </ac:spMkLst>
        </pc:spChg>
        <pc:graphicFrameChg chg="add mod">
          <ac:chgData name="Doucoure Sékou" userId="dbdfe042b34fbcd3" providerId="LiveId" clId="{DBE2FB79-7E0D-4C27-94C7-E5149F4E0993}" dt="2026-03-16T19:39:15.037" v="7361"/>
          <ac:graphicFrameMkLst>
            <pc:docMk/>
            <pc:sldMk cId="2225985043" sldId="320"/>
            <ac:graphicFrameMk id="2" creationId="{00000000-0000-0000-0000-000000000000}"/>
          </ac:graphicFrameMkLst>
        </pc:graphicFrameChg>
        <pc:picChg chg="add mod">
          <ac:chgData name="Doucoure Sékou" userId="dbdfe042b34fbcd3" providerId="LiveId" clId="{DBE2FB79-7E0D-4C27-94C7-E5149F4E0993}" dt="2026-03-16T19:39:15.037" v="7361"/>
          <ac:picMkLst>
            <pc:docMk/>
            <pc:sldMk cId="2225985043" sldId="320"/>
            <ac:picMk id="3" creationId="{8068450A-A41D-5805-2F3A-50965A09150A}"/>
          </ac:picMkLst>
        </pc:picChg>
        <pc:picChg chg="del">
          <ac:chgData name="Doucoure Sékou" userId="dbdfe042b34fbcd3" providerId="LiveId" clId="{DBE2FB79-7E0D-4C27-94C7-E5149F4E0993}" dt="2026-03-12T00:46:03.500" v="4827" actId="478"/>
          <ac:picMkLst>
            <pc:docMk/>
            <pc:sldMk cId="2225985043" sldId="320"/>
            <ac:picMk id="3" creationId="{A0039195-F040-BB43-E868-9CE6C5213942}"/>
          </ac:picMkLst>
        </pc:picChg>
        <pc:picChg chg="del">
          <ac:chgData name="Doucoure Sékou" userId="dbdfe042b34fbcd3" providerId="LiveId" clId="{DBE2FB79-7E0D-4C27-94C7-E5149F4E0993}" dt="2026-03-12T11:13:20.734" v="5035" actId="478"/>
          <ac:picMkLst>
            <pc:docMk/>
            <pc:sldMk cId="2225985043" sldId="320"/>
            <ac:picMk id="25" creationId="{43DC50F7-8DE6-A9F6-A186-DB0E6E4E7FD8}"/>
          </ac:picMkLst>
        </pc:picChg>
        <pc:picChg chg="del">
          <ac:chgData name="Doucoure Sékou" userId="dbdfe042b34fbcd3" providerId="LiveId" clId="{DBE2FB79-7E0D-4C27-94C7-E5149F4E0993}" dt="2026-03-14T16:48:12.215" v="5861" actId="478"/>
          <ac:picMkLst>
            <pc:docMk/>
            <pc:sldMk cId="2225985043" sldId="320"/>
            <ac:picMk id="37" creationId="{55C91598-2294-0D64-D61F-E25E51A24158}"/>
          </ac:picMkLst>
        </pc:picChg>
      </pc:sldChg>
      <pc:sldChg chg="addSp delSp modSp add mod modTransition modAnim modNotes">
        <pc:chgData name="Doucoure Sékou" userId="dbdfe042b34fbcd3" providerId="LiveId" clId="{DBE2FB79-7E0D-4C27-94C7-E5149F4E0993}" dt="2026-03-16T19:39:15.037" v="7361"/>
        <pc:sldMkLst>
          <pc:docMk/>
          <pc:sldMk cId="303405652" sldId="321"/>
        </pc:sldMkLst>
        <pc:spChg chg="add del mod">
          <ac:chgData name="Doucoure Sékou" userId="dbdfe042b34fbcd3" providerId="LiveId" clId="{DBE2FB79-7E0D-4C27-94C7-E5149F4E0993}" dt="2026-03-12T11:46:05.527" v="5318" actId="11529"/>
          <ac:spMkLst>
            <pc:docMk/>
            <pc:sldMk cId="303405652" sldId="321"/>
            <ac:spMk id="2" creationId="{C2B32FDE-5B76-5C50-A603-38FCB8BFFCE4}"/>
          </ac:spMkLst>
        </pc:spChg>
        <pc:spChg chg="mod">
          <ac:chgData name="Doucoure Sékou" userId="dbdfe042b34fbcd3" providerId="LiveId" clId="{DBE2FB79-7E0D-4C27-94C7-E5149F4E0993}" dt="2026-03-16T19:39:15.037" v="7361"/>
          <ac:spMkLst>
            <pc:docMk/>
            <pc:sldMk cId="303405652" sldId="321"/>
            <ac:spMk id="20" creationId="{8054EDC7-B0DB-CC88-F3C5-5BDE5720BB17}"/>
          </ac:spMkLst>
        </pc:spChg>
        <pc:spChg chg="mod">
          <ac:chgData name="Doucoure Sékou" userId="dbdfe042b34fbcd3" providerId="LiveId" clId="{DBE2FB79-7E0D-4C27-94C7-E5149F4E0993}" dt="2026-03-16T19:39:15.037" v="7361"/>
          <ac:spMkLst>
            <pc:docMk/>
            <pc:sldMk cId="303405652" sldId="321"/>
            <ac:spMk id="22" creationId="{19165F1A-BD6C-3BCC-929C-6378DC3CD017}"/>
          </ac:spMkLst>
        </pc:spChg>
        <pc:spChg chg="mod">
          <ac:chgData name="Doucoure Sékou" userId="dbdfe042b34fbcd3" providerId="LiveId" clId="{DBE2FB79-7E0D-4C27-94C7-E5149F4E0993}" dt="2026-03-16T19:39:15.037" v="7361"/>
          <ac:spMkLst>
            <pc:docMk/>
            <pc:sldMk cId="303405652" sldId="321"/>
            <ac:spMk id="26" creationId="{36EE4370-C699-D5E5-3838-2B735ECEE399}"/>
          </ac:spMkLst>
        </pc:spChg>
        <pc:spChg chg="mod">
          <ac:chgData name="Doucoure Sékou" userId="dbdfe042b34fbcd3" providerId="LiveId" clId="{DBE2FB79-7E0D-4C27-94C7-E5149F4E0993}" dt="2026-03-16T19:39:15.037" v="7361"/>
          <ac:spMkLst>
            <pc:docMk/>
            <pc:sldMk cId="303405652" sldId="321"/>
            <ac:spMk id="31" creationId="{65E41120-6EFC-221D-2C9C-D1C6BA5CD7D6}"/>
          </ac:spMkLst>
        </pc:spChg>
        <pc:spChg chg="mod">
          <ac:chgData name="Doucoure Sékou" userId="dbdfe042b34fbcd3" providerId="LiveId" clId="{DBE2FB79-7E0D-4C27-94C7-E5149F4E0993}" dt="2026-03-16T19:39:15.037" v="7361"/>
          <ac:spMkLst>
            <pc:docMk/>
            <pc:sldMk cId="303405652" sldId="321"/>
            <ac:spMk id="32" creationId="{F9AE1435-5A55-0E3A-CA7E-1586128A0087}"/>
          </ac:spMkLst>
        </pc:spChg>
        <pc:spChg chg="mod">
          <ac:chgData name="Doucoure Sékou" userId="dbdfe042b34fbcd3" providerId="LiveId" clId="{DBE2FB79-7E0D-4C27-94C7-E5149F4E0993}" dt="2026-03-16T19:39:15.037" v="7361"/>
          <ac:spMkLst>
            <pc:docMk/>
            <pc:sldMk cId="303405652" sldId="321"/>
            <ac:spMk id="33" creationId="{7790B24C-6F44-7E6C-FEC8-7F39BF54A000}"/>
          </ac:spMkLst>
        </pc:spChg>
        <pc:spChg chg="mod">
          <ac:chgData name="Doucoure Sékou" userId="dbdfe042b34fbcd3" providerId="LiveId" clId="{DBE2FB79-7E0D-4C27-94C7-E5149F4E0993}" dt="2026-03-16T19:39:15.037" v="7361"/>
          <ac:spMkLst>
            <pc:docMk/>
            <pc:sldMk cId="303405652" sldId="321"/>
            <ac:spMk id="34" creationId="{3A0E1A08-1297-AAD1-6A20-749384467AE1}"/>
          </ac:spMkLst>
        </pc:spChg>
        <pc:spChg chg="mod">
          <ac:chgData name="Doucoure Sékou" userId="dbdfe042b34fbcd3" providerId="LiveId" clId="{DBE2FB79-7E0D-4C27-94C7-E5149F4E0993}" dt="2026-03-16T19:39:15.037" v="7361"/>
          <ac:spMkLst>
            <pc:docMk/>
            <pc:sldMk cId="303405652" sldId="321"/>
            <ac:spMk id="35" creationId="{CE32B8BF-3601-2752-DB21-6E07888A8F1B}"/>
          </ac:spMkLst>
        </pc:spChg>
        <pc:spChg chg="mod">
          <ac:chgData name="Doucoure Sékou" userId="dbdfe042b34fbcd3" providerId="LiveId" clId="{DBE2FB79-7E0D-4C27-94C7-E5149F4E0993}" dt="2026-03-16T19:39:15.037" v="7361"/>
          <ac:spMkLst>
            <pc:docMk/>
            <pc:sldMk cId="303405652" sldId="321"/>
            <ac:spMk id="36" creationId="{F9E105A6-AFC2-8A6D-2555-C6E046863556}"/>
          </ac:spMkLst>
        </pc:spChg>
        <pc:spChg chg="mod">
          <ac:chgData name="Doucoure Sékou" userId="dbdfe042b34fbcd3" providerId="LiveId" clId="{DBE2FB79-7E0D-4C27-94C7-E5149F4E0993}" dt="2026-03-16T19:39:15.037" v="7361"/>
          <ac:spMkLst>
            <pc:docMk/>
            <pc:sldMk cId="303405652" sldId="321"/>
            <ac:spMk id="43" creationId="{BD81B886-CD68-DC99-37D0-4030D63F84B8}"/>
          </ac:spMkLst>
        </pc:spChg>
        <pc:spChg chg="mod">
          <ac:chgData name="Doucoure Sékou" userId="dbdfe042b34fbcd3" providerId="LiveId" clId="{DBE2FB79-7E0D-4C27-94C7-E5149F4E0993}" dt="2026-03-16T19:39:15.037" v="7361"/>
          <ac:spMkLst>
            <pc:docMk/>
            <pc:sldMk cId="303405652" sldId="321"/>
            <ac:spMk id="44" creationId="{FFFF42D6-1864-3DD6-BD68-E6E4FAD1CE9E}"/>
          </ac:spMkLst>
        </pc:spChg>
        <pc:graphicFrameChg chg="mod">
          <ac:chgData name="Doucoure Sékou" userId="dbdfe042b34fbcd3" providerId="LiveId" clId="{DBE2FB79-7E0D-4C27-94C7-E5149F4E0993}" dt="2026-03-16T19:39:15.037" v="7361"/>
          <ac:graphicFrameMkLst>
            <pc:docMk/>
            <pc:sldMk cId="303405652" sldId="321"/>
            <ac:graphicFrameMk id="23" creationId="{EC5B9E12-7E30-5923-CB17-79B5236AAA9D}"/>
          </ac:graphicFrameMkLst>
        </pc:graphicFrameChg>
        <pc:picChg chg="add mod">
          <ac:chgData name="Doucoure Sékou" userId="dbdfe042b34fbcd3" providerId="LiveId" clId="{DBE2FB79-7E0D-4C27-94C7-E5149F4E0993}" dt="2026-03-16T19:39:15.037" v="7361"/>
          <ac:picMkLst>
            <pc:docMk/>
            <pc:sldMk cId="303405652" sldId="321"/>
            <ac:picMk id="2" creationId="{FA53F5E9-46C0-A871-E6DE-1B49C7C218BB}"/>
          </ac:picMkLst>
        </pc:picChg>
        <pc:picChg chg="add del mod">
          <ac:chgData name="Doucoure Sékou" userId="dbdfe042b34fbcd3" providerId="LiveId" clId="{DBE2FB79-7E0D-4C27-94C7-E5149F4E0993}" dt="2026-03-12T11:46:15.175" v="5320" actId="478"/>
          <ac:picMkLst>
            <pc:docMk/>
            <pc:sldMk cId="303405652" sldId="321"/>
            <ac:picMk id="3" creationId="{C620A1BD-4B13-E531-346E-DC28E1D0903A}"/>
          </ac:picMkLst>
        </pc:picChg>
        <pc:picChg chg="mod">
          <ac:chgData name="Doucoure Sékou" userId="dbdfe042b34fbcd3" providerId="LiveId" clId="{DBE2FB79-7E0D-4C27-94C7-E5149F4E0993}" dt="2026-03-16T19:39:15.037" v="7361"/>
          <ac:picMkLst>
            <pc:docMk/>
            <pc:sldMk cId="303405652" sldId="321"/>
            <ac:picMk id="4" creationId="{D8C9B6A9-42C1-2FAD-35E1-07033B384D21}"/>
          </ac:picMkLst>
        </pc:picChg>
        <pc:picChg chg="add del">
          <ac:chgData name="Doucoure Sékou" userId="dbdfe042b34fbcd3" providerId="LiveId" clId="{DBE2FB79-7E0D-4C27-94C7-E5149F4E0993}" dt="2026-03-12T11:46:51.165" v="5322" actId="22"/>
          <ac:picMkLst>
            <pc:docMk/>
            <pc:sldMk cId="303405652" sldId="321"/>
            <ac:picMk id="6" creationId="{471172E8-A760-F24C-0FCC-E24F96169986}"/>
          </ac:picMkLst>
        </pc:picChg>
        <pc:picChg chg="add mod">
          <ac:chgData name="Doucoure Sékou" userId="dbdfe042b34fbcd3" providerId="LiveId" clId="{DBE2FB79-7E0D-4C27-94C7-E5149F4E0993}" dt="2026-03-16T19:39:15.037" v="7361"/>
          <ac:picMkLst>
            <pc:docMk/>
            <pc:sldMk cId="303405652" sldId="321"/>
            <ac:picMk id="8" creationId="{14285131-ADB0-3B94-775F-474EEC4C1822}"/>
          </ac:picMkLst>
        </pc:picChg>
        <pc:picChg chg="add mod">
          <ac:chgData name="Doucoure Sékou" userId="dbdfe042b34fbcd3" providerId="LiveId" clId="{DBE2FB79-7E0D-4C27-94C7-E5149F4E0993}" dt="2026-03-16T19:39:15.037" v="7361"/>
          <ac:picMkLst>
            <pc:docMk/>
            <pc:sldMk cId="303405652" sldId="321"/>
            <ac:picMk id="10" creationId="{653477F3-AA67-2FA9-5C40-97B024ED127D}"/>
          </ac:picMkLst>
        </pc:picChg>
        <pc:picChg chg="del">
          <ac:chgData name="Doucoure Sékou" userId="dbdfe042b34fbcd3" providerId="LiveId" clId="{DBE2FB79-7E0D-4C27-94C7-E5149F4E0993}" dt="2026-03-12T11:43:29.298" v="5302" actId="21"/>
          <ac:picMkLst>
            <pc:docMk/>
            <pc:sldMk cId="303405652" sldId="321"/>
            <ac:picMk id="13" creationId="{792333D9-65FE-53C8-9C96-9F3D646FC9A4}"/>
          </ac:picMkLst>
        </pc:picChg>
        <pc:picChg chg="del">
          <ac:chgData name="Doucoure Sékou" userId="dbdfe042b34fbcd3" providerId="LiveId" clId="{DBE2FB79-7E0D-4C27-94C7-E5149F4E0993}" dt="2026-03-14T16:44:48.145" v="5831" actId="478"/>
          <ac:picMkLst>
            <pc:docMk/>
            <pc:sldMk cId="303405652" sldId="321"/>
            <ac:picMk id="37" creationId="{73D7EAA6-D1CF-87B1-1D17-C7113EF36E47}"/>
          </ac:picMkLst>
        </pc:picChg>
        <pc:picChg chg="del mod">
          <ac:chgData name="Doucoure Sékou" userId="dbdfe042b34fbcd3" providerId="LiveId" clId="{DBE2FB79-7E0D-4C27-94C7-E5149F4E0993}" dt="2026-03-12T11:51:00.466" v="5336" actId="478"/>
          <ac:picMkLst>
            <pc:docMk/>
            <pc:sldMk cId="303405652" sldId="321"/>
            <ac:picMk id="1028" creationId="{C650A7B4-03BB-4306-82F3-F44848B586EC}"/>
          </ac:picMkLst>
        </pc:picChg>
      </pc:sldChg>
      <pc:sldChg chg="addSp delSp modSp add mod modTransition modAnim modNotes">
        <pc:chgData name="Doucoure Sékou" userId="dbdfe042b34fbcd3" providerId="LiveId" clId="{DBE2FB79-7E0D-4C27-94C7-E5149F4E0993}" dt="2026-03-16T19:39:15.037" v="7361"/>
        <pc:sldMkLst>
          <pc:docMk/>
          <pc:sldMk cId="1181319736" sldId="322"/>
        </pc:sldMkLst>
        <pc:spChg chg="add">
          <ac:chgData name="Doucoure Sékou" userId="dbdfe042b34fbcd3" providerId="LiveId" clId="{DBE2FB79-7E0D-4C27-94C7-E5149F4E0993}" dt="2026-03-12T14:43:38.753" v="5414"/>
          <ac:spMkLst>
            <pc:docMk/>
            <pc:sldMk cId="1181319736" sldId="322"/>
            <ac:spMk id="2" creationId="{88D4DF2A-F2AE-A076-D5B4-F374F6C430A9}"/>
          </ac:spMkLst>
        </pc:spChg>
        <pc:spChg chg="add mod">
          <ac:chgData name="Doucoure Sékou" userId="dbdfe042b34fbcd3" providerId="LiveId" clId="{DBE2FB79-7E0D-4C27-94C7-E5149F4E0993}" dt="2026-03-16T19:39:15.037" v="7361"/>
          <ac:spMkLst>
            <pc:docMk/>
            <pc:sldMk cId="1181319736" sldId="322"/>
            <ac:spMk id="4" creationId="{B84CF4AD-4337-02DB-2DD2-F95AC0FB574A}"/>
          </ac:spMkLst>
        </pc:spChg>
        <pc:spChg chg="del">
          <ac:chgData name="Doucoure Sékou" userId="dbdfe042b34fbcd3" providerId="LiveId" clId="{DBE2FB79-7E0D-4C27-94C7-E5149F4E0993}" dt="2026-03-12T14:41:58.367" v="5395" actId="478"/>
          <ac:spMkLst>
            <pc:docMk/>
            <pc:sldMk cId="1181319736" sldId="322"/>
            <ac:spMk id="11" creationId="{2D27E271-3392-4213-B6FE-AC5B78808A0F}"/>
          </ac:spMkLst>
        </pc:spChg>
        <pc:spChg chg="del">
          <ac:chgData name="Doucoure Sékou" userId="dbdfe042b34fbcd3" providerId="LiveId" clId="{DBE2FB79-7E0D-4C27-94C7-E5149F4E0993}" dt="2026-03-12T14:42:01.761" v="5396" actId="478"/>
          <ac:spMkLst>
            <pc:docMk/>
            <pc:sldMk cId="1181319736" sldId="322"/>
            <ac:spMk id="13" creationId="{7BFCFA20-D53B-2193-ED38-185ED80D8292}"/>
          </ac:spMkLst>
        </pc:spChg>
        <pc:spChg chg="mod">
          <ac:chgData name="Doucoure Sékou" userId="dbdfe042b34fbcd3" providerId="LiveId" clId="{DBE2FB79-7E0D-4C27-94C7-E5149F4E0993}" dt="2026-03-16T19:39:15.037" v="7361"/>
          <ac:spMkLst>
            <pc:docMk/>
            <pc:sldMk cId="1181319736" sldId="322"/>
            <ac:spMk id="20" creationId="{71695885-8C81-29EE-C5AD-FB869AC63461}"/>
          </ac:spMkLst>
        </pc:spChg>
        <pc:spChg chg="mod">
          <ac:chgData name="Doucoure Sékou" userId="dbdfe042b34fbcd3" providerId="LiveId" clId="{DBE2FB79-7E0D-4C27-94C7-E5149F4E0993}" dt="2026-03-16T19:39:15.037" v="7361"/>
          <ac:spMkLst>
            <pc:docMk/>
            <pc:sldMk cId="1181319736" sldId="322"/>
            <ac:spMk id="22" creationId="{352F199A-3E55-A40F-9040-5EF9BB644BCE}"/>
          </ac:spMkLst>
        </pc:spChg>
        <pc:spChg chg="mod">
          <ac:chgData name="Doucoure Sékou" userId="dbdfe042b34fbcd3" providerId="LiveId" clId="{DBE2FB79-7E0D-4C27-94C7-E5149F4E0993}" dt="2026-03-16T19:39:15.037" v="7361"/>
          <ac:spMkLst>
            <pc:docMk/>
            <pc:sldMk cId="1181319736" sldId="322"/>
            <ac:spMk id="26" creationId="{83CF5D93-E1FE-32F8-77C0-73347532487B}"/>
          </ac:spMkLst>
        </pc:spChg>
        <pc:spChg chg="mod">
          <ac:chgData name="Doucoure Sékou" userId="dbdfe042b34fbcd3" providerId="LiveId" clId="{DBE2FB79-7E0D-4C27-94C7-E5149F4E0993}" dt="2026-03-16T19:39:15.037" v="7361"/>
          <ac:spMkLst>
            <pc:docMk/>
            <pc:sldMk cId="1181319736" sldId="322"/>
            <ac:spMk id="31" creationId="{DA9C1307-FA93-12F0-EE08-E55E0DAF44EE}"/>
          </ac:spMkLst>
        </pc:spChg>
        <pc:spChg chg="mod">
          <ac:chgData name="Doucoure Sékou" userId="dbdfe042b34fbcd3" providerId="LiveId" clId="{DBE2FB79-7E0D-4C27-94C7-E5149F4E0993}" dt="2026-03-16T19:39:15.037" v="7361"/>
          <ac:spMkLst>
            <pc:docMk/>
            <pc:sldMk cId="1181319736" sldId="322"/>
            <ac:spMk id="32" creationId="{7355E2C7-5995-9646-897B-9F5B3DF0A239}"/>
          </ac:spMkLst>
        </pc:spChg>
        <pc:spChg chg="mod">
          <ac:chgData name="Doucoure Sékou" userId="dbdfe042b34fbcd3" providerId="LiveId" clId="{DBE2FB79-7E0D-4C27-94C7-E5149F4E0993}" dt="2026-03-16T19:39:15.037" v="7361"/>
          <ac:spMkLst>
            <pc:docMk/>
            <pc:sldMk cId="1181319736" sldId="322"/>
            <ac:spMk id="33" creationId="{7AA5BB84-9399-5936-FFAD-05C37366A0A6}"/>
          </ac:spMkLst>
        </pc:spChg>
        <pc:spChg chg="mod">
          <ac:chgData name="Doucoure Sékou" userId="dbdfe042b34fbcd3" providerId="LiveId" clId="{DBE2FB79-7E0D-4C27-94C7-E5149F4E0993}" dt="2026-03-16T19:39:15.037" v="7361"/>
          <ac:spMkLst>
            <pc:docMk/>
            <pc:sldMk cId="1181319736" sldId="322"/>
            <ac:spMk id="34" creationId="{623B749D-F698-330C-97FB-0DF44E15851B}"/>
          </ac:spMkLst>
        </pc:spChg>
        <pc:spChg chg="mod">
          <ac:chgData name="Doucoure Sékou" userId="dbdfe042b34fbcd3" providerId="LiveId" clId="{DBE2FB79-7E0D-4C27-94C7-E5149F4E0993}" dt="2026-03-16T19:39:15.037" v="7361"/>
          <ac:spMkLst>
            <pc:docMk/>
            <pc:sldMk cId="1181319736" sldId="322"/>
            <ac:spMk id="35" creationId="{71DC2DFF-CACF-DBA1-E0B5-50B9A136D4DC}"/>
          </ac:spMkLst>
        </pc:spChg>
        <pc:spChg chg="mod">
          <ac:chgData name="Doucoure Sékou" userId="dbdfe042b34fbcd3" providerId="LiveId" clId="{DBE2FB79-7E0D-4C27-94C7-E5149F4E0993}" dt="2026-03-16T19:39:15.037" v="7361"/>
          <ac:spMkLst>
            <pc:docMk/>
            <pc:sldMk cId="1181319736" sldId="322"/>
            <ac:spMk id="36" creationId="{D1DC7F81-79EA-8867-B281-816E07BE70A5}"/>
          </ac:spMkLst>
        </pc:spChg>
        <pc:spChg chg="mod">
          <ac:chgData name="Doucoure Sékou" userId="dbdfe042b34fbcd3" providerId="LiveId" clId="{DBE2FB79-7E0D-4C27-94C7-E5149F4E0993}" dt="2026-03-16T19:39:15.037" v="7361"/>
          <ac:spMkLst>
            <pc:docMk/>
            <pc:sldMk cId="1181319736" sldId="322"/>
            <ac:spMk id="43" creationId="{D36CD9D3-A9F9-F0F6-6920-78A27CA1CC01}"/>
          </ac:spMkLst>
        </pc:spChg>
        <pc:spChg chg="mod">
          <ac:chgData name="Doucoure Sékou" userId="dbdfe042b34fbcd3" providerId="LiveId" clId="{DBE2FB79-7E0D-4C27-94C7-E5149F4E0993}" dt="2026-03-16T19:39:15.037" v="7361"/>
          <ac:spMkLst>
            <pc:docMk/>
            <pc:sldMk cId="1181319736" sldId="322"/>
            <ac:spMk id="44" creationId="{1672D2F8-5B3A-7636-6848-5F7EFE95674E}"/>
          </ac:spMkLst>
        </pc:spChg>
        <pc:graphicFrameChg chg="mod">
          <ac:chgData name="Doucoure Sékou" userId="dbdfe042b34fbcd3" providerId="LiveId" clId="{DBE2FB79-7E0D-4C27-94C7-E5149F4E0993}" dt="2026-03-16T19:39:15.037" v="7361"/>
          <ac:graphicFrameMkLst>
            <pc:docMk/>
            <pc:sldMk cId="1181319736" sldId="322"/>
            <ac:graphicFrameMk id="23" creationId="{D13665F6-DF3D-0B1F-13AD-526EE3C7070D}"/>
          </ac:graphicFrameMkLst>
        </pc:graphicFrameChg>
        <pc:picChg chg="add mod">
          <ac:chgData name="Doucoure Sékou" userId="dbdfe042b34fbcd3" providerId="LiveId" clId="{DBE2FB79-7E0D-4C27-94C7-E5149F4E0993}" dt="2026-03-16T19:39:15.037" v="7361"/>
          <ac:picMkLst>
            <pc:docMk/>
            <pc:sldMk cId="1181319736" sldId="322"/>
            <ac:picMk id="2" creationId="{CF3F3260-B3B7-8425-1D73-CB27DBFB891F}"/>
          </ac:picMkLst>
        </pc:picChg>
        <pc:picChg chg="add mod">
          <ac:chgData name="Doucoure Sékou" userId="dbdfe042b34fbcd3" providerId="LiveId" clId="{DBE2FB79-7E0D-4C27-94C7-E5149F4E0993}" dt="2026-03-16T19:39:15.037" v="7361"/>
          <ac:picMkLst>
            <pc:docMk/>
            <pc:sldMk cId="1181319736" sldId="322"/>
            <ac:picMk id="3" creationId="{E983825B-0DA2-1E40-B1DC-80FD45820D6D}"/>
          </ac:picMkLst>
        </pc:picChg>
        <pc:picChg chg="add del">
          <ac:chgData name="Doucoure Sékou" userId="dbdfe042b34fbcd3" providerId="LiveId" clId="{DBE2FB79-7E0D-4C27-94C7-E5149F4E0993}" dt="2026-03-12T14:41:54.600" v="5393" actId="478"/>
          <ac:picMkLst>
            <pc:docMk/>
            <pc:sldMk cId="1181319736" sldId="322"/>
            <ac:picMk id="5" creationId="{A68C95A9-F8E5-AF68-65F8-E5F3854E0DFA}"/>
          </ac:picMkLst>
        </pc:picChg>
        <pc:picChg chg="del">
          <ac:chgData name="Doucoure Sékou" userId="dbdfe042b34fbcd3" providerId="LiveId" clId="{DBE2FB79-7E0D-4C27-94C7-E5149F4E0993}" dt="2026-03-12T14:41:56.315" v="5394" actId="478"/>
          <ac:picMkLst>
            <pc:docMk/>
            <pc:sldMk cId="1181319736" sldId="322"/>
            <ac:picMk id="7" creationId="{A19E0F98-764E-BBA7-61F7-319D75DABA96}"/>
          </ac:picMkLst>
        </pc:picChg>
        <pc:picChg chg="del">
          <ac:chgData name="Doucoure Sékou" userId="dbdfe042b34fbcd3" providerId="LiveId" clId="{DBE2FB79-7E0D-4C27-94C7-E5149F4E0993}" dt="2026-03-14T16:46:58.868" v="5855" actId="478"/>
          <ac:picMkLst>
            <pc:docMk/>
            <pc:sldMk cId="1181319736" sldId="322"/>
            <ac:picMk id="37" creationId="{108C76CC-944D-B111-C51B-05FBD26B5BC8}"/>
          </ac:picMkLst>
        </pc:picChg>
      </pc:sldChg>
      <pc:sldChg chg="addSp delSp modSp add mod modTransition modAnim modNotes">
        <pc:chgData name="Doucoure Sékou" userId="dbdfe042b34fbcd3" providerId="LiveId" clId="{DBE2FB79-7E0D-4C27-94C7-E5149F4E0993}" dt="2026-03-16T19:39:15.037" v="7361"/>
        <pc:sldMkLst>
          <pc:docMk/>
          <pc:sldMk cId="453387336" sldId="323"/>
        </pc:sldMkLst>
        <pc:spChg chg="mod">
          <ac:chgData name="Doucoure Sékou" userId="dbdfe042b34fbcd3" providerId="LiveId" clId="{DBE2FB79-7E0D-4C27-94C7-E5149F4E0993}" dt="2026-03-16T19:39:15.037" v="7361"/>
          <ac:spMkLst>
            <pc:docMk/>
            <pc:sldMk cId="453387336" sldId="323"/>
            <ac:spMk id="20" creationId="{77755792-08B7-7FCA-3893-CDA652880B30}"/>
          </ac:spMkLst>
        </pc:spChg>
        <pc:spChg chg="mod">
          <ac:chgData name="Doucoure Sékou" userId="dbdfe042b34fbcd3" providerId="LiveId" clId="{DBE2FB79-7E0D-4C27-94C7-E5149F4E0993}" dt="2026-03-16T19:39:15.037" v="7361"/>
          <ac:spMkLst>
            <pc:docMk/>
            <pc:sldMk cId="453387336" sldId="323"/>
            <ac:spMk id="22" creationId="{E43AEA3C-47FB-4540-BF66-F51209E12A3C}"/>
          </ac:spMkLst>
        </pc:spChg>
        <pc:spChg chg="mod">
          <ac:chgData name="Doucoure Sékou" userId="dbdfe042b34fbcd3" providerId="LiveId" clId="{DBE2FB79-7E0D-4C27-94C7-E5149F4E0993}" dt="2026-03-16T19:39:15.037" v="7361"/>
          <ac:spMkLst>
            <pc:docMk/>
            <pc:sldMk cId="453387336" sldId="323"/>
            <ac:spMk id="26" creationId="{22A76C9E-EA52-6FF4-2F7B-8363AA49D67B}"/>
          </ac:spMkLst>
        </pc:spChg>
        <pc:spChg chg="mod">
          <ac:chgData name="Doucoure Sékou" userId="dbdfe042b34fbcd3" providerId="LiveId" clId="{DBE2FB79-7E0D-4C27-94C7-E5149F4E0993}" dt="2026-03-16T19:39:15.037" v="7361"/>
          <ac:spMkLst>
            <pc:docMk/>
            <pc:sldMk cId="453387336" sldId="323"/>
            <ac:spMk id="31" creationId="{95DEEB98-4E01-6589-5734-15FF04ED423B}"/>
          </ac:spMkLst>
        </pc:spChg>
        <pc:spChg chg="mod">
          <ac:chgData name="Doucoure Sékou" userId="dbdfe042b34fbcd3" providerId="LiveId" clId="{DBE2FB79-7E0D-4C27-94C7-E5149F4E0993}" dt="2026-03-16T19:39:15.037" v="7361"/>
          <ac:spMkLst>
            <pc:docMk/>
            <pc:sldMk cId="453387336" sldId="323"/>
            <ac:spMk id="32" creationId="{703EF1A5-964E-08EB-BFC2-BF4CA1A9B22A}"/>
          </ac:spMkLst>
        </pc:spChg>
        <pc:spChg chg="mod">
          <ac:chgData name="Doucoure Sékou" userId="dbdfe042b34fbcd3" providerId="LiveId" clId="{DBE2FB79-7E0D-4C27-94C7-E5149F4E0993}" dt="2026-03-16T19:39:15.037" v="7361"/>
          <ac:spMkLst>
            <pc:docMk/>
            <pc:sldMk cId="453387336" sldId="323"/>
            <ac:spMk id="33" creationId="{5245BF4B-83F3-FDD6-89F8-54AEE4C57755}"/>
          </ac:spMkLst>
        </pc:spChg>
        <pc:spChg chg="mod">
          <ac:chgData name="Doucoure Sékou" userId="dbdfe042b34fbcd3" providerId="LiveId" clId="{DBE2FB79-7E0D-4C27-94C7-E5149F4E0993}" dt="2026-03-16T19:39:15.037" v="7361"/>
          <ac:spMkLst>
            <pc:docMk/>
            <pc:sldMk cId="453387336" sldId="323"/>
            <ac:spMk id="34" creationId="{18504D2E-BD2F-A37C-A4F9-6172E2B4DC3D}"/>
          </ac:spMkLst>
        </pc:spChg>
        <pc:spChg chg="mod">
          <ac:chgData name="Doucoure Sékou" userId="dbdfe042b34fbcd3" providerId="LiveId" clId="{DBE2FB79-7E0D-4C27-94C7-E5149F4E0993}" dt="2026-03-16T19:39:15.037" v="7361"/>
          <ac:spMkLst>
            <pc:docMk/>
            <pc:sldMk cId="453387336" sldId="323"/>
            <ac:spMk id="35" creationId="{AA0D3298-7B1C-3536-BFBB-B2B04AB0A09A}"/>
          </ac:spMkLst>
        </pc:spChg>
        <pc:spChg chg="mod">
          <ac:chgData name="Doucoure Sékou" userId="dbdfe042b34fbcd3" providerId="LiveId" clId="{DBE2FB79-7E0D-4C27-94C7-E5149F4E0993}" dt="2026-03-16T19:39:15.037" v="7361"/>
          <ac:spMkLst>
            <pc:docMk/>
            <pc:sldMk cId="453387336" sldId="323"/>
            <ac:spMk id="36" creationId="{42608DEC-ACA6-C9A9-DB84-BD2208B63144}"/>
          </ac:spMkLst>
        </pc:spChg>
        <pc:spChg chg="mod">
          <ac:chgData name="Doucoure Sékou" userId="dbdfe042b34fbcd3" providerId="LiveId" clId="{DBE2FB79-7E0D-4C27-94C7-E5149F4E0993}" dt="2026-03-16T19:39:15.037" v="7361"/>
          <ac:spMkLst>
            <pc:docMk/>
            <pc:sldMk cId="453387336" sldId="323"/>
            <ac:spMk id="43" creationId="{0B75DABD-1D65-5A99-6427-750A583F0EC8}"/>
          </ac:spMkLst>
        </pc:spChg>
        <pc:spChg chg="mod">
          <ac:chgData name="Doucoure Sékou" userId="dbdfe042b34fbcd3" providerId="LiveId" clId="{DBE2FB79-7E0D-4C27-94C7-E5149F4E0993}" dt="2026-03-16T19:39:15.037" v="7361"/>
          <ac:spMkLst>
            <pc:docMk/>
            <pc:sldMk cId="453387336" sldId="323"/>
            <ac:spMk id="44" creationId="{A5D4B9AC-C880-E19F-7E0E-B861C2EA11C0}"/>
          </ac:spMkLst>
        </pc:spChg>
        <pc:graphicFrameChg chg="mod">
          <ac:chgData name="Doucoure Sékou" userId="dbdfe042b34fbcd3" providerId="LiveId" clId="{DBE2FB79-7E0D-4C27-94C7-E5149F4E0993}" dt="2026-03-16T19:39:15.037" v="7361"/>
          <ac:graphicFrameMkLst>
            <pc:docMk/>
            <pc:sldMk cId="453387336" sldId="323"/>
            <ac:graphicFrameMk id="23" creationId="{F39DD8A8-B120-F4DC-9F3A-85CC29D27C4A}"/>
          </ac:graphicFrameMkLst>
        </pc:graphicFrameChg>
        <pc:picChg chg="add mod">
          <ac:chgData name="Doucoure Sékou" userId="dbdfe042b34fbcd3" providerId="LiveId" clId="{DBE2FB79-7E0D-4C27-94C7-E5149F4E0993}" dt="2026-03-16T19:39:15.037" v="7361"/>
          <ac:picMkLst>
            <pc:docMk/>
            <pc:sldMk cId="453387336" sldId="323"/>
            <ac:picMk id="2" creationId="{F591152F-FAE1-3BE9-A0F0-1FFCD9A735E1}"/>
          </ac:picMkLst>
        </pc:picChg>
        <pc:picChg chg="del">
          <ac:chgData name="Doucoure Sékou" userId="dbdfe042b34fbcd3" providerId="LiveId" clId="{DBE2FB79-7E0D-4C27-94C7-E5149F4E0993}" dt="2026-03-14T12:07:42.656" v="5692" actId="478"/>
          <ac:picMkLst>
            <pc:docMk/>
            <pc:sldMk cId="453387336" sldId="323"/>
            <ac:picMk id="4" creationId="{E520D295-1431-DB43-8E00-8E26F72A7C6C}"/>
          </ac:picMkLst>
        </pc:picChg>
        <pc:picChg chg="add del">
          <ac:chgData name="Doucoure Sékou" userId="dbdfe042b34fbcd3" providerId="LiveId" clId="{DBE2FB79-7E0D-4C27-94C7-E5149F4E0993}" dt="2026-03-14T12:07:58.494" v="5697" actId="478"/>
          <ac:picMkLst>
            <pc:docMk/>
            <pc:sldMk cId="453387336" sldId="323"/>
            <ac:picMk id="8" creationId="{DFA15798-B2BE-2ADE-7536-FD2BFD8F5EB5}"/>
          </ac:picMkLst>
        </pc:picChg>
        <pc:picChg chg="del">
          <ac:chgData name="Doucoure Sékou" userId="dbdfe042b34fbcd3" providerId="LiveId" clId="{DBE2FB79-7E0D-4C27-94C7-E5149F4E0993}" dt="2026-03-14T12:07:40.507" v="5691" actId="478"/>
          <ac:picMkLst>
            <pc:docMk/>
            <pc:sldMk cId="453387336" sldId="323"/>
            <ac:picMk id="10" creationId="{6695414E-5ED2-9CDE-EC1F-0E168354E8B0}"/>
          </ac:picMkLst>
        </pc:picChg>
        <pc:picChg chg="del">
          <ac:chgData name="Doucoure Sékou" userId="dbdfe042b34fbcd3" providerId="LiveId" clId="{DBE2FB79-7E0D-4C27-94C7-E5149F4E0993}" dt="2026-03-14T16:45:35.280" v="5845" actId="478"/>
          <ac:picMkLst>
            <pc:docMk/>
            <pc:sldMk cId="453387336" sldId="323"/>
            <ac:picMk id="37" creationId="{135CD4E3-B699-CF59-EE34-74B9900E9170}"/>
          </ac:picMkLst>
        </pc:picChg>
      </pc:sldChg>
      <pc:sldChg chg="addSp delSp add del mod">
        <pc:chgData name="Doucoure Sékou" userId="dbdfe042b34fbcd3" providerId="LiveId" clId="{DBE2FB79-7E0D-4C27-94C7-E5149F4E0993}" dt="2026-03-14T11:44:37.218" v="5637" actId="2696"/>
        <pc:sldMkLst>
          <pc:docMk/>
          <pc:sldMk cId="1955010881" sldId="323"/>
        </pc:sldMkLst>
        <pc:picChg chg="add del">
          <ac:chgData name="Doucoure Sékou" userId="dbdfe042b34fbcd3" providerId="LiveId" clId="{DBE2FB79-7E0D-4C27-94C7-E5149F4E0993}" dt="2026-03-14T11:38:38.142" v="5599" actId="21"/>
          <ac:picMkLst>
            <pc:docMk/>
            <pc:sldMk cId="1955010881" sldId="323"/>
            <ac:picMk id="6" creationId="{22C474C2-FD3A-6BC9-3EB6-760494FD3D5E}"/>
          </ac:picMkLst>
        </pc:picChg>
      </pc:sldChg>
      <pc:sldChg chg="modSp add mod modAnim modNotes">
        <pc:chgData name="Doucoure Sékou" userId="dbdfe042b34fbcd3" providerId="LiveId" clId="{DBE2FB79-7E0D-4C27-94C7-E5149F4E0993}" dt="2026-03-16T19:39:15.037" v="7361"/>
        <pc:sldMkLst>
          <pc:docMk/>
          <pc:sldMk cId="4215973519" sldId="324"/>
        </pc:sldMkLst>
        <pc:spChg chg="mod">
          <ac:chgData name="Doucoure Sékou" userId="dbdfe042b34fbcd3" providerId="LiveId" clId="{DBE2FB79-7E0D-4C27-94C7-E5149F4E0993}" dt="2026-03-16T19:39:15.037" v="7361"/>
          <ac:spMkLst>
            <pc:docMk/>
            <pc:sldMk cId="4215973519" sldId="324"/>
            <ac:spMk id="2" creationId="{0B947051-3E3E-F21C-08B2-82C1C5F89922}"/>
          </ac:spMkLst>
        </pc:spChg>
        <pc:spChg chg="mod">
          <ac:chgData name="Doucoure Sékou" userId="dbdfe042b34fbcd3" providerId="LiveId" clId="{DBE2FB79-7E0D-4C27-94C7-E5149F4E0993}" dt="2026-03-16T19:39:15.037" v="7361"/>
          <ac:spMkLst>
            <pc:docMk/>
            <pc:sldMk cId="4215973519" sldId="324"/>
            <ac:spMk id="20" creationId="{E4A3F576-88BD-62DE-E112-31BB9C1FCAE4}"/>
          </ac:spMkLst>
        </pc:spChg>
        <pc:spChg chg="mod">
          <ac:chgData name="Doucoure Sékou" userId="dbdfe042b34fbcd3" providerId="LiveId" clId="{DBE2FB79-7E0D-4C27-94C7-E5149F4E0993}" dt="2026-03-16T19:39:15.037" v="7361"/>
          <ac:spMkLst>
            <pc:docMk/>
            <pc:sldMk cId="4215973519" sldId="324"/>
            <ac:spMk id="22" creationId="{58D79800-A93F-D2F1-5A63-407E69C04D63}"/>
          </ac:spMkLst>
        </pc:spChg>
        <pc:spChg chg="mod">
          <ac:chgData name="Doucoure Sékou" userId="dbdfe042b34fbcd3" providerId="LiveId" clId="{DBE2FB79-7E0D-4C27-94C7-E5149F4E0993}" dt="2026-03-16T19:39:15.037" v="7361"/>
          <ac:spMkLst>
            <pc:docMk/>
            <pc:sldMk cId="4215973519" sldId="324"/>
            <ac:spMk id="26" creationId="{3C541C93-A0FD-36FC-86A4-1FC853C329BA}"/>
          </ac:spMkLst>
        </pc:spChg>
        <pc:spChg chg="mod">
          <ac:chgData name="Doucoure Sékou" userId="dbdfe042b34fbcd3" providerId="LiveId" clId="{DBE2FB79-7E0D-4C27-94C7-E5149F4E0993}" dt="2026-03-16T19:39:15.037" v="7361"/>
          <ac:spMkLst>
            <pc:docMk/>
            <pc:sldMk cId="4215973519" sldId="324"/>
            <ac:spMk id="31" creationId="{A8939AD8-4DAE-E860-1BEB-B6419D4A210E}"/>
          </ac:spMkLst>
        </pc:spChg>
        <pc:spChg chg="mod">
          <ac:chgData name="Doucoure Sékou" userId="dbdfe042b34fbcd3" providerId="LiveId" clId="{DBE2FB79-7E0D-4C27-94C7-E5149F4E0993}" dt="2026-03-16T19:39:15.037" v="7361"/>
          <ac:spMkLst>
            <pc:docMk/>
            <pc:sldMk cId="4215973519" sldId="324"/>
            <ac:spMk id="32" creationId="{44036DA2-6CE2-8302-D643-C628C7171DC4}"/>
          </ac:spMkLst>
        </pc:spChg>
        <pc:spChg chg="mod">
          <ac:chgData name="Doucoure Sékou" userId="dbdfe042b34fbcd3" providerId="LiveId" clId="{DBE2FB79-7E0D-4C27-94C7-E5149F4E0993}" dt="2026-03-16T19:39:15.037" v="7361"/>
          <ac:spMkLst>
            <pc:docMk/>
            <pc:sldMk cId="4215973519" sldId="324"/>
            <ac:spMk id="33" creationId="{B11DE93A-00D4-E3A9-1B19-4DFCE10ED0CE}"/>
          </ac:spMkLst>
        </pc:spChg>
        <pc:spChg chg="mod">
          <ac:chgData name="Doucoure Sékou" userId="dbdfe042b34fbcd3" providerId="LiveId" clId="{DBE2FB79-7E0D-4C27-94C7-E5149F4E0993}" dt="2026-03-16T19:39:15.037" v="7361"/>
          <ac:spMkLst>
            <pc:docMk/>
            <pc:sldMk cId="4215973519" sldId="324"/>
            <ac:spMk id="34" creationId="{1C8CE60C-25F3-AFAF-09C2-1CDC62B5509B}"/>
          </ac:spMkLst>
        </pc:spChg>
        <pc:spChg chg="mod">
          <ac:chgData name="Doucoure Sékou" userId="dbdfe042b34fbcd3" providerId="LiveId" clId="{DBE2FB79-7E0D-4C27-94C7-E5149F4E0993}" dt="2026-03-16T19:39:15.037" v="7361"/>
          <ac:spMkLst>
            <pc:docMk/>
            <pc:sldMk cId="4215973519" sldId="324"/>
            <ac:spMk id="35" creationId="{6CFA06AD-D916-1666-2238-B79BB9C875CB}"/>
          </ac:spMkLst>
        </pc:spChg>
        <pc:spChg chg="mod">
          <ac:chgData name="Doucoure Sékou" userId="dbdfe042b34fbcd3" providerId="LiveId" clId="{DBE2FB79-7E0D-4C27-94C7-E5149F4E0993}" dt="2026-03-16T19:39:15.037" v="7361"/>
          <ac:spMkLst>
            <pc:docMk/>
            <pc:sldMk cId="4215973519" sldId="324"/>
            <ac:spMk id="36" creationId="{2D7902CC-15D8-4F09-1C5F-C854E219C590}"/>
          </ac:spMkLst>
        </pc:spChg>
        <pc:spChg chg="mod">
          <ac:chgData name="Doucoure Sékou" userId="dbdfe042b34fbcd3" providerId="LiveId" clId="{DBE2FB79-7E0D-4C27-94C7-E5149F4E0993}" dt="2026-03-16T19:39:15.037" v="7361"/>
          <ac:spMkLst>
            <pc:docMk/>
            <pc:sldMk cId="4215973519" sldId="324"/>
            <ac:spMk id="43" creationId="{379D94D0-60CF-AF44-0F47-EF31D9321232}"/>
          </ac:spMkLst>
        </pc:spChg>
        <pc:spChg chg="mod">
          <ac:chgData name="Doucoure Sékou" userId="dbdfe042b34fbcd3" providerId="LiveId" clId="{DBE2FB79-7E0D-4C27-94C7-E5149F4E0993}" dt="2026-03-16T19:39:15.037" v="7361"/>
          <ac:spMkLst>
            <pc:docMk/>
            <pc:sldMk cId="4215973519" sldId="324"/>
            <ac:spMk id="44" creationId="{7B17D864-93F9-2647-ED6E-2AD5CD122A4D}"/>
          </ac:spMkLst>
        </pc:spChg>
        <pc:graphicFrameChg chg="mod">
          <ac:chgData name="Doucoure Sékou" userId="dbdfe042b34fbcd3" providerId="LiveId" clId="{DBE2FB79-7E0D-4C27-94C7-E5149F4E0993}" dt="2026-03-16T19:39:15.037" v="7361"/>
          <ac:graphicFrameMkLst>
            <pc:docMk/>
            <pc:sldMk cId="4215973519" sldId="324"/>
            <ac:graphicFrameMk id="23" creationId="{DE4EFC4F-C1A1-7A3E-0669-E6BCE15478E1}"/>
          </ac:graphicFrameMkLst>
        </pc:graphicFrameChg>
        <pc:picChg chg="mod">
          <ac:chgData name="Doucoure Sékou" userId="dbdfe042b34fbcd3" providerId="LiveId" clId="{DBE2FB79-7E0D-4C27-94C7-E5149F4E0993}" dt="2026-03-16T19:39:15.037" v="7361"/>
          <ac:picMkLst>
            <pc:docMk/>
            <pc:sldMk cId="4215973519" sldId="324"/>
            <ac:picMk id="3" creationId="{8C787A5C-6CA9-FE93-A828-43742D1FD492}"/>
          </ac:picMkLst>
        </pc:picChg>
        <pc:picChg chg="mod">
          <ac:chgData name="Doucoure Sékou" userId="dbdfe042b34fbcd3" providerId="LiveId" clId="{DBE2FB79-7E0D-4C27-94C7-E5149F4E0993}" dt="2026-03-16T19:39:15.037" v="7361"/>
          <ac:picMkLst>
            <pc:docMk/>
            <pc:sldMk cId="4215973519" sldId="324"/>
            <ac:picMk id="1032" creationId="{D6DE3237-AFFB-C72E-A838-105B3B83715C}"/>
          </ac:picMkLst>
        </pc:picChg>
      </pc:sldChg>
      <pc:sldChg chg="new del">
        <pc:chgData name="Doucoure Sékou" userId="dbdfe042b34fbcd3" providerId="LiveId" clId="{DBE2FB79-7E0D-4C27-94C7-E5149F4E0993}" dt="2026-03-16T15:48:57.275" v="7303" actId="680"/>
        <pc:sldMkLst>
          <pc:docMk/>
          <pc:sldMk cId="1579697220" sldId="325"/>
        </pc:sldMkLst>
      </pc:sldChg>
      <pc:sldChg chg="addSp delSp modSp add mod delAnim modAnim modNotes">
        <pc:chgData name="Doucoure Sékou" userId="dbdfe042b34fbcd3" providerId="LiveId" clId="{DBE2FB79-7E0D-4C27-94C7-E5149F4E0993}" dt="2026-03-16T19:39:15.037" v="7361"/>
        <pc:sldMkLst>
          <pc:docMk/>
          <pc:sldMk cId="4028725666" sldId="325"/>
        </pc:sldMkLst>
        <pc:spChg chg="add mod">
          <ac:chgData name="Doucoure Sékou" userId="dbdfe042b34fbcd3" providerId="LiveId" clId="{DBE2FB79-7E0D-4C27-94C7-E5149F4E0993}" dt="2026-03-16T19:39:15.037" v="7361"/>
          <ac:spMkLst>
            <pc:docMk/>
            <pc:sldMk cId="4028725666" sldId="325"/>
            <ac:spMk id="4" creationId="{FC9D24DB-124A-3D48-473A-28AED8FA578C}"/>
          </ac:spMkLst>
        </pc:spChg>
        <pc:spChg chg="mod">
          <ac:chgData name="Doucoure Sékou" userId="dbdfe042b34fbcd3" providerId="LiveId" clId="{DBE2FB79-7E0D-4C27-94C7-E5149F4E0993}" dt="2026-03-16T19:39:15.037" v="7361"/>
          <ac:spMkLst>
            <pc:docMk/>
            <pc:sldMk cId="4028725666" sldId="325"/>
            <ac:spMk id="20" creationId="{34655842-6AD8-B309-B5A0-FEF01F01E5F7}"/>
          </ac:spMkLst>
        </pc:spChg>
        <pc:spChg chg="add mod">
          <ac:chgData name="Doucoure Sékou" userId="dbdfe042b34fbcd3" providerId="LiveId" clId="{DBE2FB79-7E0D-4C27-94C7-E5149F4E0993}" dt="2026-03-16T19:39:15.037" v="7361"/>
          <ac:spMkLst>
            <pc:docMk/>
            <pc:sldMk cId="4028725666" sldId="325"/>
            <ac:spMk id="21" creationId="{00000000-0000-0000-0000-000000000000}"/>
          </ac:spMkLst>
        </pc:spChg>
        <pc:spChg chg="mod">
          <ac:chgData name="Doucoure Sékou" userId="dbdfe042b34fbcd3" providerId="LiveId" clId="{DBE2FB79-7E0D-4C27-94C7-E5149F4E0993}" dt="2026-03-16T19:39:15.037" v="7361"/>
          <ac:spMkLst>
            <pc:docMk/>
            <pc:sldMk cId="4028725666" sldId="325"/>
            <ac:spMk id="22" creationId="{8E01E2BB-F78F-E42E-515B-66048A33A4DD}"/>
          </ac:spMkLst>
        </pc:spChg>
        <pc:spChg chg="add mod">
          <ac:chgData name="Doucoure Sékou" userId="dbdfe042b34fbcd3" providerId="LiveId" clId="{DBE2FB79-7E0D-4C27-94C7-E5149F4E0993}" dt="2026-03-16T15:49:31.351" v="7306"/>
          <ac:spMkLst>
            <pc:docMk/>
            <pc:sldMk cId="4028725666" sldId="325"/>
            <ac:spMk id="23" creationId="{00000000-0000-0000-0000-000000000000}"/>
          </ac:spMkLst>
        </pc:spChg>
        <pc:spChg chg="del mod">
          <ac:chgData name="Doucoure Sékou" userId="dbdfe042b34fbcd3" providerId="LiveId" clId="{DBE2FB79-7E0D-4C27-94C7-E5149F4E0993}" dt="2026-03-16T15:49:35.925" v="7308"/>
          <ac:spMkLst>
            <pc:docMk/>
            <pc:sldMk cId="4028725666" sldId="325"/>
            <ac:spMk id="26" creationId="{F21DBD67-8E64-A8FF-FA9D-9BE67B012958}"/>
          </ac:spMkLst>
        </pc:spChg>
        <pc:spChg chg="mod">
          <ac:chgData name="Doucoure Sékou" userId="dbdfe042b34fbcd3" providerId="LiveId" clId="{DBE2FB79-7E0D-4C27-94C7-E5149F4E0993}" dt="2026-03-16T19:39:15.037" v="7361"/>
          <ac:spMkLst>
            <pc:docMk/>
            <pc:sldMk cId="4028725666" sldId="325"/>
            <ac:spMk id="31" creationId="{C621F193-DEFF-ADCB-FAAE-B201C76F3EBD}"/>
          </ac:spMkLst>
        </pc:spChg>
        <pc:spChg chg="mod">
          <ac:chgData name="Doucoure Sékou" userId="dbdfe042b34fbcd3" providerId="LiveId" clId="{DBE2FB79-7E0D-4C27-94C7-E5149F4E0993}" dt="2026-03-16T19:39:15.037" v="7361"/>
          <ac:spMkLst>
            <pc:docMk/>
            <pc:sldMk cId="4028725666" sldId="325"/>
            <ac:spMk id="32" creationId="{BA68959A-6809-E1E8-76AF-2A4060D0F3CF}"/>
          </ac:spMkLst>
        </pc:spChg>
        <pc:spChg chg="mod">
          <ac:chgData name="Doucoure Sékou" userId="dbdfe042b34fbcd3" providerId="LiveId" clId="{DBE2FB79-7E0D-4C27-94C7-E5149F4E0993}" dt="2026-03-16T19:39:15.037" v="7361"/>
          <ac:spMkLst>
            <pc:docMk/>
            <pc:sldMk cId="4028725666" sldId="325"/>
            <ac:spMk id="33" creationId="{C386359A-6C73-77A5-36A7-BBC77ACDB3FE}"/>
          </ac:spMkLst>
        </pc:spChg>
        <pc:spChg chg="mod">
          <ac:chgData name="Doucoure Sékou" userId="dbdfe042b34fbcd3" providerId="LiveId" clId="{DBE2FB79-7E0D-4C27-94C7-E5149F4E0993}" dt="2026-03-16T19:39:15.037" v="7361"/>
          <ac:spMkLst>
            <pc:docMk/>
            <pc:sldMk cId="4028725666" sldId="325"/>
            <ac:spMk id="34" creationId="{29C18F3C-577A-E21A-464E-96E1455616FA}"/>
          </ac:spMkLst>
        </pc:spChg>
        <pc:spChg chg="mod">
          <ac:chgData name="Doucoure Sékou" userId="dbdfe042b34fbcd3" providerId="LiveId" clId="{DBE2FB79-7E0D-4C27-94C7-E5149F4E0993}" dt="2026-03-16T19:39:15.037" v="7361"/>
          <ac:spMkLst>
            <pc:docMk/>
            <pc:sldMk cId="4028725666" sldId="325"/>
            <ac:spMk id="35" creationId="{F7D88005-A51E-7721-ED5E-7B49742A9CB8}"/>
          </ac:spMkLst>
        </pc:spChg>
        <pc:spChg chg="mod">
          <ac:chgData name="Doucoure Sékou" userId="dbdfe042b34fbcd3" providerId="LiveId" clId="{DBE2FB79-7E0D-4C27-94C7-E5149F4E0993}" dt="2026-03-16T19:39:15.037" v="7361"/>
          <ac:spMkLst>
            <pc:docMk/>
            <pc:sldMk cId="4028725666" sldId="325"/>
            <ac:spMk id="36" creationId="{475BDE5E-6380-65FA-7453-425E9FD033C1}"/>
          </ac:spMkLst>
        </pc:spChg>
        <pc:spChg chg="mod">
          <ac:chgData name="Doucoure Sékou" userId="dbdfe042b34fbcd3" providerId="LiveId" clId="{DBE2FB79-7E0D-4C27-94C7-E5149F4E0993}" dt="2026-03-16T19:39:15.037" v="7361"/>
          <ac:spMkLst>
            <pc:docMk/>
            <pc:sldMk cId="4028725666" sldId="325"/>
            <ac:spMk id="43" creationId="{0BDB51D3-F3BA-F73D-FF32-2E3A4EA5411F}"/>
          </ac:spMkLst>
        </pc:spChg>
        <pc:spChg chg="mod">
          <ac:chgData name="Doucoure Sékou" userId="dbdfe042b34fbcd3" providerId="LiveId" clId="{DBE2FB79-7E0D-4C27-94C7-E5149F4E0993}" dt="2026-03-16T19:39:15.037" v="7361"/>
          <ac:spMkLst>
            <pc:docMk/>
            <pc:sldMk cId="4028725666" sldId="325"/>
            <ac:spMk id="44" creationId="{7B1C2729-36A0-1ED4-BC01-235202307226}"/>
          </ac:spMkLst>
        </pc:spChg>
        <pc:graphicFrameChg chg="del modGraphic">
          <ac:chgData name="Doucoure Sékou" userId="dbdfe042b34fbcd3" providerId="LiveId" clId="{DBE2FB79-7E0D-4C27-94C7-E5149F4E0993}" dt="2026-03-16T15:49:42.411" v="7310" actId="478"/>
          <ac:graphicFrameMkLst>
            <pc:docMk/>
            <pc:sldMk cId="4028725666" sldId="325"/>
            <ac:graphicFrameMk id="2" creationId="{8DEC6440-A45E-7BF3-8D18-78D860CB4552}"/>
          </ac:graphicFrameMkLst>
        </pc:graphicFrameChg>
        <pc:picChg chg="mod">
          <ac:chgData name="Doucoure Sékou" userId="dbdfe042b34fbcd3" providerId="LiveId" clId="{DBE2FB79-7E0D-4C27-94C7-E5149F4E0993}" dt="2026-03-16T19:39:15.037" v="7361"/>
          <ac:picMkLst>
            <pc:docMk/>
            <pc:sldMk cId="4028725666" sldId="325"/>
            <ac:picMk id="3" creationId="{DCE68D21-6081-6DBA-8A25-F62A392C4EF2}"/>
          </ac:picMkLst>
        </pc:picChg>
        <pc:picChg chg="add mod">
          <ac:chgData name="Doucoure Sékou" userId="dbdfe042b34fbcd3" providerId="LiveId" clId="{DBE2FB79-7E0D-4C27-94C7-E5149F4E0993}" dt="2026-03-16T19:39:15.037" v="7361"/>
          <ac:picMkLst>
            <pc:docMk/>
            <pc:sldMk cId="4028725666" sldId="325"/>
            <ac:picMk id="2050" creationId="{00000000-0000-0000-0000-000000000000}"/>
          </ac:picMkLst>
        </pc:picChg>
      </pc:sldChg>
      <pc:sldChg chg="addSp delSp modSp add mod delAnim modAnim">
        <pc:chgData name="Doucoure Sékou" userId="dbdfe042b34fbcd3" providerId="LiveId" clId="{DBE2FB79-7E0D-4C27-94C7-E5149F4E0993}" dt="2026-03-17T10:27:04.972" v="7441" actId="255"/>
        <pc:sldMkLst>
          <pc:docMk/>
          <pc:sldMk cId="4035514187" sldId="326"/>
        </pc:sldMkLst>
        <pc:spChg chg="del mod">
          <ac:chgData name="Doucoure Sékou" userId="dbdfe042b34fbcd3" providerId="LiveId" clId="{DBE2FB79-7E0D-4C27-94C7-E5149F4E0993}" dt="2026-03-17T10:26:26.151" v="7396" actId="478"/>
          <ac:spMkLst>
            <pc:docMk/>
            <pc:sldMk cId="4035514187" sldId="326"/>
            <ac:spMk id="4" creationId="{EDFDE519-B7EF-B6AA-A875-94212463B57B}"/>
          </ac:spMkLst>
        </pc:spChg>
        <pc:spChg chg="mod">
          <ac:chgData name="Doucoure Sékou" userId="dbdfe042b34fbcd3" providerId="LiveId" clId="{DBE2FB79-7E0D-4C27-94C7-E5149F4E0993}" dt="2026-03-17T10:27:04.972" v="7441" actId="255"/>
          <ac:spMkLst>
            <pc:docMk/>
            <pc:sldMk cId="4035514187" sldId="326"/>
            <ac:spMk id="26" creationId="{76306096-23AE-D1D8-6999-91D99B2C34CE}"/>
          </ac:spMkLst>
        </pc:spChg>
        <pc:graphicFrameChg chg="add del modGraphic">
          <ac:chgData name="Doucoure Sékou" userId="dbdfe042b34fbcd3" providerId="LiveId" clId="{DBE2FB79-7E0D-4C27-94C7-E5149F4E0993}" dt="2026-03-17T10:26:18.167" v="7394" actId="27309"/>
          <ac:graphicFrameMkLst>
            <pc:docMk/>
            <pc:sldMk cId="4035514187" sldId="326"/>
            <ac:graphicFrameMk id="6" creationId="{111C78A8-1BEF-F9D7-1668-6A220C310E5D}"/>
          </ac:graphicFrameMkLst>
        </pc:graphicFrameChg>
        <pc:picChg chg="del">
          <ac:chgData name="Doucoure Sékou" userId="dbdfe042b34fbcd3" providerId="LiveId" clId="{DBE2FB79-7E0D-4C27-94C7-E5149F4E0993}" dt="2026-03-17T10:26:28.424" v="7397" actId="478"/>
          <ac:picMkLst>
            <pc:docMk/>
            <pc:sldMk cId="4035514187" sldId="326"/>
            <ac:picMk id="3" creationId="{DB903508-58A4-0878-46DE-79E771281025}"/>
          </ac:picMkLst>
        </pc:picChg>
      </pc:sldChg>
      <pc:sldChg chg="addSp delSp modSp add mod delAnim">
        <pc:chgData name="Doucoure Sékou" userId="dbdfe042b34fbcd3" providerId="LiveId" clId="{DBE2FB79-7E0D-4C27-94C7-E5149F4E0993}" dt="2026-03-17T11:34:39.663" v="7478" actId="113"/>
        <pc:sldMkLst>
          <pc:docMk/>
          <pc:sldMk cId="2959531107" sldId="327"/>
        </pc:sldMkLst>
        <pc:spChg chg="del">
          <ac:chgData name="Doucoure Sékou" userId="dbdfe042b34fbcd3" providerId="LiveId" clId="{DBE2FB79-7E0D-4C27-94C7-E5149F4E0993}" dt="2026-03-17T11:33:47.571" v="7444" actId="478"/>
          <ac:spMkLst>
            <pc:docMk/>
            <pc:sldMk cId="2959531107" sldId="327"/>
            <ac:spMk id="11" creationId="{67A8CA0F-47CE-7736-3250-191A442BEB5D}"/>
          </ac:spMkLst>
        </pc:spChg>
        <pc:spChg chg="del">
          <ac:chgData name="Doucoure Sékou" userId="dbdfe042b34fbcd3" providerId="LiveId" clId="{DBE2FB79-7E0D-4C27-94C7-E5149F4E0993}" dt="2026-03-17T11:33:50.280" v="7445" actId="478"/>
          <ac:spMkLst>
            <pc:docMk/>
            <pc:sldMk cId="2959531107" sldId="327"/>
            <ac:spMk id="12" creationId="{683A0E8B-98B6-E3C9-ABEC-FDB6DAF8B131}"/>
          </ac:spMkLst>
        </pc:spChg>
        <pc:spChg chg="del">
          <ac:chgData name="Doucoure Sékou" userId="dbdfe042b34fbcd3" providerId="LiveId" clId="{DBE2FB79-7E0D-4C27-94C7-E5149F4E0993}" dt="2026-03-17T11:33:53.548" v="7446" actId="478"/>
          <ac:spMkLst>
            <pc:docMk/>
            <pc:sldMk cId="2959531107" sldId="327"/>
            <ac:spMk id="19" creationId="{3C33FC5B-8CF1-222C-4BF4-E2AA324848AA}"/>
          </ac:spMkLst>
        </pc:spChg>
        <pc:spChg chg="mod">
          <ac:chgData name="Doucoure Sékou" userId="dbdfe042b34fbcd3" providerId="LiveId" clId="{DBE2FB79-7E0D-4C27-94C7-E5149F4E0993}" dt="2026-03-17T11:34:39.663" v="7478" actId="113"/>
          <ac:spMkLst>
            <pc:docMk/>
            <pc:sldMk cId="2959531107" sldId="327"/>
            <ac:spMk id="26" creationId="{E129B1EB-40DC-8E0C-F676-B41A040C3258}"/>
          </ac:spMkLst>
        </pc:spChg>
        <pc:picChg chg="add mod">
          <ac:chgData name="Doucoure Sékou" userId="dbdfe042b34fbcd3" providerId="LiveId" clId="{DBE2FB79-7E0D-4C27-94C7-E5149F4E0993}" dt="2026-03-17T11:34:07.174" v="7452" actId="14100"/>
          <ac:picMkLst>
            <pc:docMk/>
            <pc:sldMk cId="2959531107" sldId="327"/>
            <ac:picMk id="3" creationId="{930C526A-C520-2714-FAEB-EA9DE3785B36}"/>
          </ac:picMkLst>
        </pc:picChg>
        <pc:picChg chg="del">
          <ac:chgData name="Doucoure Sékou" userId="dbdfe042b34fbcd3" providerId="LiveId" clId="{DBE2FB79-7E0D-4C27-94C7-E5149F4E0993}" dt="2026-03-17T11:33:44.695" v="7443" actId="478"/>
          <ac:picMkLst>
            <pc:docMk/>
            <pc:sldMk cId="2959531107" sldId="327"/>
            <ac:picMk id="10" creationId="{65E5D9CB-AC1C-AC3E-B216-B5D1AAC97385}"/>
          </ac:picMkLst>
        </pc:picChg>
      </pc:sldChg>
      <pc:sldMasterChg chg="delSp modSp mod modTransition modSldLayout">
        <pc:chgData name="Doucoure Sékou" userId="dbdfe042b34fbcd3" providerId="LiveId" clId="{DBE2FB79-7E0D-4C27-94C7-E5149F4E0993}" dt="2026-03-16T19:39:15.037" v="7361"/>
        <pc:sldMasterMkLst>
          <pc:docMk/>
          <pc:sldMasterMk cId="3150820681" sldId="2147483648"/>
        </pc:sldMasterMkLst>
        <pc:spChg chg="mod">
          <ac:chgData name="Doucoure Sékou" userId="dbdfe042b34fbcd3" providerId="LiveId" clId="{DBE2FB79-7E0D-4C27-94C7-E5149F4E0993}" dt="2026-03-16T19:39:15.037" v="7361"/>
          <ac:spMkLst>
            <pc:docMk/>
            <pc:sldMasterMk cId="3150820681" sldId="2147483648"/>
            <ac:spMk id="2" creationId="{00000000-0000-0000-0000-000000000000}"/>
          </ac:spMkLst>
        </pc:spChg>
        <pc:spChg chg="mod">
          <ac:chgData name="Doucoure Sékou" userId="dbdfe042b34fbcd3" providerId="LiveId" clId="{DBE2FB79-7E0D-4C27-94C7-E5149F4E0993}" dt="2026-03-16T19:39:15.037" v="7361"/>
          <ac:spMkLst>
            <pc:docMk/>
            <pc:sldMasterMk cId="3150820681" sldId="2147483648"/>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ac:spMk id="4" creationId="{00000000-0000-0000-0000-000000000000}"/>
          </ac:spMkLst>
        </pc:spChg>
        <pc:spChg chg="del">
          <ac:chgData name="Doucoure Sékou" userId="dbdfe042b34fbcd3" providerId="LiveId" clId="{DBE2FB79-7E0D-4C27-94C7-E5149F4E0993}" dt="2026-03-12T11:01:16.369" v="4871" actId="478"/>
          <ac:spMkLst>
            <pc:docMk/>
            <pc:sldMasterMk cId="3150820681" sldId="2147483648"/>
            <ac:spMk id="5" creationId="{00000000-0000-0000-0000-000000000000}"/>
          </ac:spMkLst>
        </pc:spChg>
        <pc:spChg chg="mod">
          <ac:chgData name="Doucoure Sékou" userId="dbdfe042b34fbcd3" providerId="LiveId" clId="{DBE2FB79-7E0D-4C27-94C7-E5149F4E0993}" dt="2026-03-16T19:39:15.037" v="7361"/>
          <ac:spMkLst>
            <pc:docMk/>
            <pc:sldMasterMk cId="3150820681" sldId="2147483648"/>
            <ac:spMk id="6" creationId="{00000000-0000-0000-0000-000000000000}"/>
          </ac:spMkLst>
        </pc:spChg>
        <pc:sldLayoutChg chg="modSp modTransition">
          <pc:chgData name="Doucoure Sékou" userId="dbdfe042b34fbcd3" providerId="LiveId" clId="{DBE2FB79-7E0D-4C27-94C7-E5149F4E0993}" dt="2026-03-16T19:39:15.037" v="7361"/>
          <pc:sldLayoutMkLst>
            <pc:docMk/>
            <pc:sldMasterMk cId="3150820681" sldId="2147483648"/>
            <pc:sldLayoutMk cId="3410373578" sldId="2147483649"/>
          </pc:sldLayoutMkLst>
          <pc:spChg chg="mod">
            <ac:chgData name="Doucoure Sékou" userId="dbdfe042b34fbcd3" providerId="LiveId" clId="{DBE2FB79-7E0D-4C27-94C7-E5149F4E0993}" dt="2026-03-16T19:39:15.037" v="7361"/>
            <ac:spMkLst>
              <pc:docMk/>
              <pc:sldMasterMk cId="3150820681" sldId="2147483648"/>
              <pc:sldLayoutMk cId="3410373578" sldId="2147483649"/>
              <ac:spMk id="2"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3410373578" sldId="2147483649"/>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3410373578" sldId="2147483649"/>
              <ac:spMk id="5"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2089573977" sldId="2147483650"/>
          </pc:sldLayoutMkLst>
          <pc:spChg chg="mod">
            <ac:chgData name="Doucoure Sékou" userId="dbdfe042b34fbcd3" providerId="LiveId" clId="{DBE2FB79-7E0D-4C27-94C7-E5149F4E0993}" dt="2026-03-16T19:39:15.037" v="7361"/>
            <ac:spMkLst>
              <pc:docMk/>
              <pc:sldMasterMk cId="3150820681" sldId="2147483648"/>
              <pc:sldLayoutMk cId="2089573977" sldId="2147483650"/>
              <ac:spMk id="5"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2575326231" sldId="2147483651"/>
          </pc:sldLayoutMkLst>
          <pc:spChg chg="mod">
            <ac:chgData name="Doucoure Sékou" userId="dbdfe042b34fbcd3" providerId="LiveId" clId="{DBE2FB79-7E0D-4C27-94C7-E5149F4E0993}" dt="2026-03-16T19:39:15.037" v="7361"/>
            <ac:spMkLst>
              <pc:docMk/>
              <pc:sldMasterMk cId="3150820681" sldId="2147483648"/>
              <pc:sldLayoutMk cId="2575326231" sldId="2147483651"/>
              <ac:spMk id="2"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2575326231" sldId="2147483651"/>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2575326231" sldId="2147483651"/>
              <ac:spMk id="5"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578508262" sldId="2147483652"/>
          </pc:sldLayoutMkLst>
          <pc:spChg chg="mod">
            <ac:chgData name="Doucoure Sékou" userId="dbdfe042b34fbcd3" providerId="LiveId" clId="{DBE2FB79-7E0D-4C27-94C7-E5149F4E0993}" dt="2026-03-16T19:39:15.037" v="7361"/>
            <ac:spMkLst>
              <pc:docMk/>
              <pc:sldMasterMk cId="3150820681" sldId="2147483648"/>
              <pc:sldLayoutMk cId="578508262" sldId="2147483652"/>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578508262" sldId="2147483652"/>
              <ac:spMk id="4"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578508262" sldId="2147483652"/>
              <ac:spMk id="6"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4097574529" sldId="2147483653"/>
          </pc:sldLayoutMkLst>
          <pc:spChg chg="mod">
            <ac:chgData name="Doucoure Sékou" userId="dbdfe042b34fbcd3" providerId="LiveId" clId="{DBE2FB79-7E0D-4C27-94C7-E5149F4E0993}" dt="2026-03-16T19:39:15.037" v="7361"/>
            <ac:spMkLst>
              <pc:docMk/>
              <pc:sldMasterMk cId="3150820681" sldId="2147483648"/>
              <pc:sldLayoutMk cId="4097574529" sldId="2147483653"/>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4097574529" sldId="2147483653"/>
              <ac:spMk id="4"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4097574529" sldId="2147483653"/>
              <ac:spMk id="5"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4097574529" sldId="2147483653"/>
              <ac:spMk id="6"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4097574529" sldId="2147483653"/>
              <ac:spMk id="8"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359564615" sldId="2147483654"/>
          </pc:sldLayoutMkLst>
          <pc:spChg chg="mod">
            <ac:chgData name="Doucoure Sékou" userId="dbdfe042b34fbcd3" providerId="LiveId" clId="{DBE2FB79-7E0D-4C27-94C7-E5149F4E0993}" dt="2026-03-16T19:39:15.037" v="7361"/>
            <ac:spMkLst>
              <pc:docMk/>
              <pc:sldMasterMk cId="3150820681" sldId="2147483648"/>
              <pc:sldLayoutMk cId="359564615" sldId="2147483654"/>
              <ac:spMk id="4"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2153210977" sldId="2147483655"/>
          </pc:sldLayoutMkLst>
          <pc:spChg chg="mod">
            <ac:chgData name="Doucoure Sékou" userId="dbdfe042b34fbcd3" providerId="LiveId" clId="{DBE2FB79-7E0D-4C27-94C7-E5149F4E0993}" dt="2026-03-16T19:39:15.037" v="7361"/>
            <ac:spMkLst>
              <pc:docMk/>
              <pc:sldMasterMk cId="3150820681" sldId="2147483648"/>
              <pc:sldLayoutMk cId="2153210977" sldId="2147483655"/>
              <ac:spMk id="3"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2433709417" sldId="2147483656"/>
          </pc:sldLayoutMkLst>
          <pc:spChg chg="mod">
            <ac:chgData name="Doucoure Sékou" userId="dbdfe042b34fbcd3" providerId="LiveId" clId="{DBE2FB79-7E0D-4C27-94C7-E5149F4E0993}" dt="2026-03-16T19:39:15.037" v="7361"/>
            <ac:spMkLst>
              <pc:docMk/>
              <pc:sldMasterMk cId="3150820681" sldId="2147483648"/>
              <pc:sldLayoutMk cId="2433709417" sldId="2147483656"/>
              <ac:spMk id="2"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2433709417" sldId="2147483656"/>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2433709417" sldId="2147483656"/>
              <ac:spMk id="4"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2433709417" sldId="2147483656"/>
              <ac:spMk id="6"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486222140" sldId="2147483657"/>
          </pc:sldLayoutMkLst>
          <pc:spChg chg="mod">
            <ac:chgData name="Doucoure Sékou" userId="dbdfe042b34fbcd3" providerId="LiveId" clId="{DBE2FB79-7E0D-4C27-94C7-E5149F4E0993}" dt="2026-03-16T19:39:15.037" v="7361"/>
            <ac:spMkLst>
              <pc:docMk/>
              <pc:sldMasterMk cId="3150820681" sldId="2147483648"/>
              <pc:sldLayoutMk cId="486222140" sldId="2147483657"/>
              <ac:spMk id="2"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486222140" sldId="2147483657"/>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486222140" sldId="2147483657"/>
              <ac:spMk id="4"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486222140" sldId="2147483657"/>
              <ac:spMk id="6"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2214801966" sldId="2147483658"/>
          </pc:sldLayoutMkLst>
          <pc:spChg chg="mod">
            <ac:chgData name="Doucoure Sékou" userId="dbdfe042b34fbcd3" providerId="LiveId" clId="{DBE2FB79-7E0D-4C27-94C7-E5149F4E0993}" dt="2026-03-16T19:39:15.037" v="7361"/>
            <ac:spMkLst>
              <pc:docMk/>
              <pc:sldMasterMk cId="3150820681" sldId="2147483648"/>
              <pc:sldLayoutMk cId="2214801966" sldId="2147483658"/>
              <ac:spMk id="5" creationId="{00000000-0000-0000-0000-000000000000}"/>
            </ac:spMkLst>
          </pc:spChg>
        </pc:sldLayoutChg>
        <pc:sldLayoutChg chg="modSp modTransition">
          <pc:chgData name="Doucoure Sékou" userId="dbdfe042b34fbcd3" providerId="LiveId" clId="{DBE2FB79-7E0D-4C27-94C7-E5149F4E0993}" dt="2026-03-16T19:39:15.037" v="7361"/>
          <pc:sldLayoutMkLst>
            <pc:docMk/>
            <pc:sldMasterMk cId="3150820681" sldId="2147483648"/>
            <pc:sldLayoutMk cId="2041215415" sldId="2147483659"/>
          </pc:sldLayoutMkLst>
          <pc:spChg chg="mod">
            <ac:chgData name="Doucoure Sékou" userId="dbdfe042b34fbcd3" providerId="LiveId" clId="{DBE2FB79-7E0D-4C27-94C7-E5149F4E0993}" dt="2026-03-16T19:39:15.037" v="7361"/>
            <ac:spMkLst>
              <pc:docMk/>
              <pc:sldMasterMk cId="3150820681" sldId="2147483648"/>
              <pc:sldLayoutMk cId="2041215415" sldId="2147483659"/>
              <ac:spMk id="2"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2041215415" sldId="2147483659"/>
              <ac:spMk id="3" creationId="{00000000-0000-0000-0000-000000000000}"/>
            </ac:spMkLst>
          </pc:spChg>
          <pc:spChg chg="mod">
            <ac:chgData name="Doucoure Sékou" userId="dbdfe042b34fbcd3" providerId="LiveId" clId="{DBE2FB79-7E0D-4C27-94C7-E5149F4E0993}" dt="2026-03-16T19:39:15.037" v="7361"/>
            <ac:spMkLst>
              <pc:docMk/>
              <pc:sldMasterMk cId="3150820681" sldId="2147483648"/>
              <pc:sldLayoutMk cId="2041215415" sldId="2147483659"/>
              <ac:spMk id="5"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2889938" cy="496411"/>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sz="quarter" idx="1"/>
          </p:nvPr>
        </p:nvSpPr>
        <p:spPr>
          <a:xfrm>
            <a:off x="3777608" y="1"/>
            <a:ext cx="2889938" cy="496411"/>
          </a:xfrm>
          <a:prstGeom prst="rect">
            <a:avLst/>
          </a:prstGeom>
        </p:spPr>
        <p:txBody>
          <a:bodyPr vert="horz" lIns="91440" tIns="45720" rIns="91440" bIns="45720" rtlCol="0"/>
          <a:lstStyle>
            <a:lvl1pPr algn="r">
              <a:defRPr sz="1200"/>
            </a:lvl1pPr>
          </a:lstStyle>
          <a:p>
            <a:fld id="{E334ED8D-45F4-4D53-AD12-6D87846740FE}" type="datetimeFigureOut">
              <a:rPr lang="fr-FR" smtClean="0"/>
              <a:pPr/>
              <a:t>17/03/2026</a:t>
            </a:fld>
            <a:endParaRPr lang="fr-FR" dirty="0"/>
          </a:p>
        </p:txBody>
      </p:sp>
      <p:sp>
        <p:nvSpPr>
          <p:cNvPr id="4" name="Espace réservé du pied de page 3"/>
          <p:cNvSpPr>
            <a:spLocks noGrp="1"/>
          </p:cNvSpPr>
          <p:nvPr>
            <p:ph type="ftr" sz="quarter" idx="2"/>
          </p:nvPr>
        </p:nvSpPr>
        <p:spPr>
          <a:xfrm>
            <a:off x="1" y="9430092"/>
            <a:ext cx="2889938" cy="496411"/>
          </a:xfrm>
          <a:prstGeom prst="rect">
            <a:avLst/>
          </a:prstGeom>
        </p:spPr>
        <p:txBody>
          <a:bodyPr vert="horz" lIns="91440" tIns="45720" rIns="91440" bIns="45720" rtlCol="0" anchor="b"/>
          <a:lstStyle>
            <a:lvl1pPr algn="l">
              <a:defRPr sz="1200"/>
            </a:lvl1pPr>
          </a:lstStyle>
          <a:p>
            <a:endParaRPr lang="fr-FR" dirty="0"/>
          </a:p>
        </p:txBody>
      </p:sp>
      <p:sp>
        <p:nvSpPr>
          <p:cNvPr id="5" name="Espace réservé du numéro de diapositive 4"/>
          <p:cNvSpPr>
            <a:spLocks noGrp="1"/>
          </p:cNvSpPr>
          <p:nvPr>
            <p:ph type="sldNum" sz="quarter" idx="3"/>
          </p:nvPr>
        </p:nvSpPr>
        <p:spPr>
          <a:xfrm>
            <a:off x="3777608" y="9430092"/>
            <a:ext cx="2889938" cy="496411"/>
          </a:xfrm>
          <a:prstGeom prst="rect">
            <a:avLst/>
          </a:prstGeom>
        </p:spPr>
        <p:txBody>
          <a:bodyPr vert="horz" lIns="91440" tIns="45720" rIns="91440" bIns="45720" rtlCol="0" anchor="b"/>
          <a:lstStyle>
            <a:lvl1pPr algn="r">
              <a:defRPr sz="1200"/>
            </a:lvl1pPr>
          </a:lstStyle>
          <a:p>
            <a:fld id="{59514CB8-FF5F-4DAF-A513-567FECFD8640}" type="slidenum">
              <a:rPr lang="fr-FR" smtClean="0"/>
              <a:pPr/>
              <a:t>‹N°›</a:t>
            </a:fld>
            <a:endParaRPr lang="fr-FR" dirty="0"/>
          </a:p>
        </p:txBody>
      </p:sp>
    </p:spTree>
    <p:extLst>
      <p:ext uri="{BB962C8B-B14F-4D97-AF65-F5344CB8AC3E}">
        <p14:creationId xmlns:p14="http://schemas.microsoft.com/office/powerpoint/2010/main" val="11271082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1" y="1"/>
            <a:ext cx="2889938" cy="496411"/>
          </a:xfrm>
          <a:prstGeom prst="rect">
            <a:avLst/>
          </a:prstGeom>
        </p:spPr>
        <p:txBody>
          <a:bodyPr vert="horz" lIns="91440" tIns="45720" rIns="91440" bIns="45720" rtlCol="0"/>
          <a:lstStyle>
            <a:lvl1pPr algn="l">
              <a:defRPr sz="1200"/>
            </a:lvl1pPr>
          </a:lstStyle>
          <a:p>
            <a:endParaRPr lang="fr-FR" dirty="0"/>
          </a:p>
        </p:txBody>
      </p:sp>
      <p:sp>
        <p:nvSpPr>
          <p:cNvPr id="3" name="Espace réservé de la date 2"/>
          <p:cNvSpPr>
            <a:spLocks noGrp="1"/>
          </p:cNvSpPr>
          <p:nvPr>
            <p:ph type="dt" idx="1"/>
          </p:nvPr>
        </p:nvSpPr>
        <p:spPr>
          <a:xfrm>
            <a:off x="3777608" y="1"/>
            <a:ext cx="2889938" cy="496411"/>
          </a:xfrm>
          <a:prstGeom prst="rect">
            <a:avLst/>
          </a:prstGeom>
        </p:spPr>
        <p:txBody>
          <a:bodyPr vert="horz" lIns="91440" tIns="45720" rIns="91440" bIns="45720" rtlCol="0"/>
          <a:lstStyle>
            <a:lvl1pPr algn="r">
              <a:defRPr sz="1200"/>
            </a:lvl1pPr>
          </a:lstStyle>
          <a:p>
            <a:fld id="{4FE29CD6-09D4-44D8-AD2B-E077C1D6939D}" type="datetimeFigureOut">
              <a:rPr lang="fr-FR" smtClean="0"/>
              <a:pPr/>
              <a:t>17/03/2026</a:t>
            </a:fld>
            <a:endParaRPr lang="fr-FR" dirty="0"/>
          </a:p>
        </p:txBody>
      </p:sp>
      <p:sp>
        <p:nvSpPr>
          <p:cNvPr id="4" name="Espace réservé de l'image des diapositives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fr-FR" dirty="0"/>
          </a:p>
        </p:txBody>
      </p:sp>
      <p:sp>
        <p:nvSpPr>
          <p:cNvPr id="5" name="Espace réservé des commentaires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1" y="9430092"/>
            <a:ext cx="2889938" cy="496411"/>
          </a:xfrm>
          <a:prstGeom prst="rect">
            <a:avLst/>
          </a:prstGeom>
        </p:spPr>
        <p:txBody>
          <a:bodyPr vert="horz" lIns="91440" tIns="45720" rIns="91440" bIns="45720" rtlCol="0" anchor="b"/>
          <a:lstStyle>
            <a:lvl1pPr algn="l">
              <a:defRPr sz="1200"/>
            </a:lvl1pPr>
          </a:lstStyle>
          <a:p>
            <a:endParaRPr lang="fr-FR" dirty="0"/>
          </a:p>
        </p:txBody>
      </p:sp>
      <p:sp>
        <p:nvSpPr>
          <p:cNvPr id="7" name="Espace réservé du numéro de diapositive 6"/>
          <p:cNvSpPr>
            <a:spLocks noGrp="1"/>
          </p:cNvSpPr>
          <p:nvPr>
            <p:ph type="sldNum" sz="quarter" idx="5"/>
          </p:nvPr>
        </p:nvSpPr>
        <p:spPr>
          <a:xfrm>
            <a:off x="3777608" y="9430092"/>
            <a:ext cx="2889938" cy="496411"/>
          </a:xfrm>
          <a:prstGeom prst="rect">
            <a:avLst/>
          </a:prstGeom>
        </p:spPr>
        <p:txBody>
          <a:bodyPr vert="horz" lIns="91440" tIns="45720" rIns="91440" bIns="45720" rtlCol="0" anchor="b"/>
          <a:lstStyle>
            <a:lvl1pPr algn="r">
              <a:defRPr sz="1200"/>
            </a:lvl1pPr>
          </a:lstStyle>
          <a:p>
            <a:fld id="{68C042E7-7E7A-42EE-B460-B8B63752137E}" type="slidenum">
              <a:rPr lang="fr-FR" smtClean="0"/>
              <a:pPr/>
              <a:t>‹N°›</a:t>
            </a:fld>
            <a:endParaRPr lang="fr-FR" dirty="0"/>
          </a:p>
        </p:txBody>
      </p:sp>
    </p:spTree>
    <p:extLst>
      <p:ext uri="{BB962C8B-B14F-4D97-AF65-F5344CB8AC3E}">
        <p14:creationId xmlns:p14="http://schemas.microsoft.com/office/powerpoint/2010/main" val="2418328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52488" y="744538"/>
            <a:ext cx="4964112" cy="3722687"/>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E3942335-6F17-9D48-9B92-D0C1605D0D3E}" type="slidenum">
              <a:rPr lang="fr-FR" smtClean="0"/>
              <a:pPr/>
              <a:t>1</a:t>
            </a:fld>
            <a:endParaRPr lang="fr-F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52488" y="744538"/>
            <a:ext cx="4964112" cy="3722687"/>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E3942335-6F17-9D48-9B92-D0C1605D0D3E}" type="slidenum">
              <a:rPr lang="fr-FR" smtClean="0"/>
              <a:pPr/>
              <a:t>2</a:t>
            </a:fld>
            <a:endParaRPr lang="fr-F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852488" y="744538"/>
            <a:ext cx="4964112" cy="3722687"/>
          </a:xfrm>
        </p:spPr>
      </p:sp>
      <p:sp>
        <p:nvSpPr>
          <p:cNvPr id="3" name="Espace réservé des commentaires 2"/>
          <p:cNvSpPr>
            <a:spLocks noGrp="1"/>
          </p:cNvSpPr>
          <p:nvPr>
            <p:ph type="body" idx="1"/>
          </p:nvPr>
        </p:nvSpPr>
        <p:spPr/>
        <p:txBody>
          <a:bodyPr>
            <a:normAutofit/>
          </a:bodyPr>
          <a:lstStyle/>
          <a:p>
            <a:endParaRPr lang="fr-FR" dirty="0"/>
          </a:p>
        </p:txBody>
      </p:sp>
      <p:sp>
        <p:nvSpPr>
          <p:cNvPr id="4" name="Espace réservé du numéro de diapositive 3"/>
          <p:cNvSpPr>
            <a:spLocks noGrp="1"/>
          </p:cNvSpPr>
          <p:nvPr>
            <p:ph type="sldNum" sz="quarter" idx="10"/>
          </p:nvPr>
        </p:nvSpPr>
        <p:spPr/>
        <p:txBody>
          <a:bodyPr/>
          <a:lstStyle/>
          <a:p>
            <a:fld id="{E3942335-6F17-9D48-9B92-D0C1605D0D3E}" type="slidenum">
              <a:rPr lang="fr-FR" smtClean="0"/>
              <a:pPr/>
              <a:t>3</a:t>
            </a:fld>
            <a:endParaRPr lang="fr-F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FAD81-235A-76F7-27CA-FC6A58906D4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CBAC939-2934-859A-5AAB-ED5A7D2183B1}"/>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3725071E-8D74-0A3D-E686-299A4EB388BF}"/>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23C75E1B-AD21-17E4-359B-ABCE71F7E2E1}"/>
              </a:ext>
            </a:extLst>
          </p:cNvPr>
          <p:cNvSpPr>
            <a:spLocks noGrp="1"/>
          </p:cNvSpPr>
          <p:nvPr>
            <p:ph type="sldNum" sz="quarter" idx="10"/>
          </p:nvPr>
        </p:nvSpPr>
        <p:spPr/>
        <p:txBody>
          <a:bodyPr/>
          <a:lstStyle/>
          <a:p>
            <a:fld id="{E3942335-6F17-9D48-9B92-D0C1605D0D3E}" type="slidenum">
              <a:rPr lang="fr-FR" smtClean="0"/>
              <a:pPr/>
              <a:t>4</a:t>
            </a:fld>
            <a:endParaRPr lang="fr-FR" dirty="0"/>
          </a:p>
        </p:txBody>
      </p:sp>
    </p:spTree>
    <p:extLst>
      <p:ext uri="{BB962C8B-B14F-4D97-AF65-F5344CB8AC3E}">
        <p14:creationId xmlns:p14="http://schemas.microsoft.com/office/powerpoint/2010/main" val="9969908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5FF48-32D7-16C4-4A9B-EAB7246EBC8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DF9D276-FD58-5725-0BDE-731E29C90FAE}"/>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6B56F0FF-4E0B-A9D4-5CE4-D3DD0A599882}"/>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371BB7BC-C0E9-CE0E-25AB-1B361826BE34}"/>
              </a:ext>
            </a:extLst>
          </p:cNvPr>
          <p:cNvSpPr>
            <a:spLocks noGrp="1"/>
          </p:cNvSpPr>
          <p:nvPr>
            <p:ph type="sldNum" sz="quarter" idx="10"/>
          </p:nvPr>
        </p:nvSpPr>
        <p:spPr/>
        <p:txBody>
          <a:bodyPr/>
          <a:lstStyle/>
          <a:p>
            <a:fld id="{E3942335-6F17-9D48-9B92-D0C1605D0D3E}" type="slidenum">
              <a:rPr lang="fr-FR" smtClean="0"/>
              <a:pPr/>
              <a:t>5</a:t>
            </a:fld>
            <a:endParaRPr lang="fr-FR" dirty="0"/>
          </a:p>
        </p:txBody>
      </p:sp>
    </p:spTree>
    <p:extLst>
      <p:ext uri="{BB962C8B-B14F-4D97-AF65-F5344CB8AC3E}">
        <p14:creationId xmlns:p14="http://schemas.microsoft.com/office/powerpoint/2010/main" val="22721659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3F1C70-3EC2-F496-1D72-D3275F97C0C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987A4CD-BFDA-0B4A-F04F-6871085537D6}"/>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2F0CB156-488E-02FD-873E-604DC411FBC1}"/>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379779B8-2D2D-14BA-3EB6-BD5391BF2278}"/>
              </a:ext>
            </a:extLst>
          </p:cNvPr>
          <p:cNvSpPr>
            <a:spLocks noGrp="1"/>
          </p:cNvSpPr>
          <p:nvPr>
            <p:ph type="sldNum" sz="quarter" idx="10"/>
          </p:nvPr>
        </p:nvSpPr>
        <p:spPr/>
        <p:txBody>
          <a:bodyPr/>
          <a:lstStyle/>
          <a:p>
            <a:fld id="{E3942335-6F17-9D48-9B92-D0C1605D0D3E}" type="slidenum">
              <a:rPr lang="fr-FR" smtClean="0"/>
              <a:pPr/>
              <a:t>6</a:t>
            </a:fld>
            <a:endParaRPr lang="fr-FR" dirty="0"/>
          </a:p>
        </p:txBody>
      </p:sp>
    </p:spTree>
    <p:extLst>
      <p:ext uri="{BB962C8B-B14F-4D97-AF65-F5344CB8AC3E}">
        <p14:creationId xmlns:p14="http://schemas.microsoft.com/office/powerpoint/2010/main" val="13204340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55666-922E-5FBD-536A-D60FCC0F63E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E4FCF5C-B4AA-BF9D-DE79-3C0FBEF5A9FB}"/>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360877F2-2EB7-D14A-3DFC-C904A3B9739A}"/>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0091C8DB-0688-999A-D05C-F178B97A7EAA}"/>
              </a:ext>
            </a:extLst>
          </p:cNvPr>
          <p:cNvSpPr>
            <a:spLocks noGrp="1"/>
          </p:cNvSpPr>
          <p:nvPr>
            <p:ph type="sldNum" sz="quarter" idx="10"/>
          </p:nvPr>
        </p:nvSpPr>
        <p:spPr/>
        <p:txBody>
          <a:bodyPr/>
          <a:lstStyle/>
          <a:p>
            <a:fld id="{E3942335-6F17-9D48-9B92-D0C1605D0D3E}" type="slidenum">
              <a:rPr lang="fr-FR" smtClean="0"/>
              <a:pPr/>
              <a:t>7</a:t>
            </a:fld>
            <a:endParaRPr lang="fr-FR" dirty="0"/>
          </a:p>
        </p:txBody>
      </p:sp>
    </p:spTree>
    <p:extLst>
      <p:ext uri="{BB962C8B-B14F-4D97-AF65-F5344CB8AC3E}">
        <p14:creationId xmlns:p14="http://schemas.microsoft.com/office/powerpoint/2010/main" val="2456634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1F7DA3-E2D9-D88C-FA0C-921B255A1E9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46CE598-E87F-E6C0-0B60-D774D318FA00}"/>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D7F99312-4390-1C6F-ED67-0E54594EC2A7}"/>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BC77187C-461F-C7A2-1C8B-3A98ADBBC777}"/>
              </a:ext>
            </a:extLst>
          </p:cNvPr>
          <p:cNvSpPr>
            <a:spLocks noGrp="1"/>
          </p:cNvSpPr>
          <p:nvPr>
            <p:ph type="sldNum" sz="quarter" idx="10"/>
          </p:nvPr>
        </p:nvSpPr>
        <p:spPr/>
        <p:txBody>
          <a:bodyPr/>
          <a:lstStyle/>
          <a:p>
            <a:fld id="{E3942335-6F17-9D48-9B92-D0C1605D0D3E}" type="slidenum">
              <a:rPr lang="fr-FR" smtClean="0"/>
              <a:pPr/>
              <a:t>8</a:t>
            </a:fld>
            <a:endParaRPr lang="fr-FR" dirty="0"/>
          </a:p>
        </p:txBody>
      </p:sp>
    </p:spTree>
    <p:extLst>
      <p:ext uri="{BB962C8B-B14F-4D97-AF65-F5344CB8AC3E}">
        <p14:creationId xmlns:p14="http://schemas.microsoft.com/office/powerpoint/2010/main" val="2626672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DDB37-FDCB-F918-92C4-554D2FDFCFE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D4133528-D244-C463-A16C-038D52A5DB2E}"/>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AA5CF776-B808-0F4C-94F6-DB4B5F838DE6}"/>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32457D98-F139-CE49-C667-60B42EE9DD9F}"/>
              </a:ext>
            </a:extLst>
          </p:cNvPr>
          <p:cNvSpPr>
            <a:spLocks noGrp="1"/>
          </p:cNvSpPr>
          <p:nvPr>
            <p:ph type="sldNum" sz="quarter" idx="10"/>
          </p:nvPr>
        </p:nvSpPr>
        <p:spPr/>
        <p:txBody>
          <a:bodyPr/>
          <a:lstStyle/>
          <a:p>
            <a:fld id="{E3942335-6F17-9D48-9B92-D0C1605D0D3E}" type="slidenum">
              <a:rPr lang="fr-FR" smtClean="0"/>
              <a:pPr/>
              <a:t>9</a:t>
            </a:fld>
            <a:endParaRPr lang="fr-FR" dirty="0"/>
          </a:p>
        </p:txBody>
      </p:sp>
    </p:spTree>
    <p:extLst>
      <p:ext uri="{BB962C8B-B14F-4D97-AF65-F5344CB8AC3E}">
        <p14:creationId xmlns:p14="http://schemas.microsoft.com/office/powerpoint/2010/main" val="12093597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8905F1-78FE-2B31-7E13-7859413C6B5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7FE40E0-0327-FE5A-4009-9C0773B1E745}"/>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70F58242-1D9C-845D-D9FB-FA7E5EC04623}"/>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110A49C6-F2B2-E9CE-F0B4-C31858B3A2E6}"/>
              </a:ext>
            </a:extLst>
          </p:cNvPr>
          <p:cNvSpPr>
            <a:spLocks noGrp="1"/>
          </p:cNvSpPr>
          <p:nvPr>
            <p:ph type="sldNum" sz="quarter" idx="10"/>
          </p:nvPr>
        </p:nvSpPr>
        <p:spPr/>
        <p:txBody>
          <a:bodyPr/>
          <a:lstStyle/>
          <a:p>
            <a:fld id="{E3942335-6F17-9D48-9B92-D0C1605D0D3E}" type="slidenum">
              <a:rPr lang="fr-FR" smtClean="0"/>
              <a:pPr/>
              <a:t>10</a:t>
            </a:fld>
            <a:endParaRPr lang="fr-FR" dirty="0"/>
          </a:p>
        </p:txBody>
      </p:sp>
    </p:spTree>
    <p:extLst>
      <p:ext uri="{BB962C8B-B14F-4D97-AF65-F5344CB8AC3E}">
        <p14:creationId xmlns:p14="http://schemas.microsoft.com/office/powerpoint/2010/main" val="15817579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8D4B-EBFF-E97A-40CA-AFB0EC9CEFB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CEB2FC5-CA75-C7D5-ACAE-4568407CBDD4}"/>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D4B1E36D-C1F0-68BF-5D91-1473656974CF}"/>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D6C04DE7-1553-85A8-8EBA-C8C2102AB21F}"/>
              </a:ext>
            </a:extLst>
          </p:cNvPr>
          <p:cNvSpPr>
            <a:spLocks noGrp="1"/>
          </p:cNvSpPr>
          <p:nvPr>
            <p:ph type="sldNum" sz="quarter" idx="10"/>
          </p:nvPr>
        </p:nvSpPr>
        <p:spPr/>
        <p:txBody>
          <a:bodyPr/>
          <a:lstStyle/>
          <a:p>
            <a:fld id="{E3942335-6F17-9D48-9B92-D0C1605D0D3E}" type="slidenum">
              <a:rPr lang="fr-FR" smtClean="0"/>
              <a:pPr/>
              <a:t>11</a:t>
            </a:fld>
            <a:endParaRPr lang="fr-FR" dirty="0"/>
          </a:p>
        </p:txBody>
      </p:sp>
    </p:spTree>
    <p:extLst>
      <p:ext uri="{BB962C8B-B14F-4D97-AF65-F5344CB8AC3E}">
        <p14:creationId xmlns:p14="http://schemas.microsoft.com/office/powerpoint/2010/main" val="25963734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3B8270-5155-608B-4762-977A639061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ECFECCA-F212-8C3A-9391-F561DF00CBB2}"/>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A7DA3261-2C3F-0AF0-C3E6-F56BE57B63BD}"/>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A3645818-53D3-59D7-F9B3-A8C250FD5990}"/>
              </a:ext>
            </a:extLst>
          </p:cNvPr>
          <p:cNvSpPr>
            <a:spLocks noGrp="1"/>
          </p:cNvSpPr>
          <p:nvPr>
            <p:ph type="sldNum" sz="quarter" idx="10"/>
          </p:nvPr>
        </p:nvSpPr>
        <p:spPr/>
        <p:txBody>
          <a:bodyPr/>
          <a:lstStyle/>
          <a:p>
            <a:fld id="{E3942335-6F17-9D48-9B92-D0C1605D0D3E}" type="slidenum">
              <a:rPr lang="fr-FR" smtClean="0"/>
              <a:pPr/>
              <a:t>12</a:t>
            </a:fld>
            <a:endParaRPr lang="fr-FR" dirty="0"/>
          </a:p>
        </p:txBody>
      </p:sp>
    </p:spTree>
    <p:extLst>
      <p:ext uri="{BB962C8B-B14F-4D97-AF65-F5344CB8AC3E}">
        <p14:creationId xmlns:p14="http://schemas.microsoft.com/office/powerpoint/2010/main" val="4668925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4BED7-0A45-DA8E-17C3-D7727A9705D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3D711E9-7169-05C6-FEF6-8F9C67E2B2DE}"/>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1AEF0B2B-FFF3-332B-10BB-478E47315CC4}"/>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98683863-E564-EF64-8564-DA2C35CB0919}"/>
              </a:ext>
            </a:extLst>
          </p:cNvPr>
          <p:cNvSpPr>
            <a:spLocks noGrp="1"/>
          </p:cNvSpPr>
          <p:nvPr>
            <p:ph type="sldNum" sz="quarter" idx="10"/>
          </p:nvPr>
        </p:nvSpPr>
        <p:spPr/>
        <p:txBody>
          <a:bodyPr/>
          <a:lstStyle/>
          <a:p>
            <a:fld id="{E3942335-6F17-9D48-9B92-D0C1605D0D3E}" type="slidenum">
              <a:rPr lang="fr-FR" smtClean="0"/>
              <a:pPr/>
              <a:t>13</a:t>
            </a:fld>
            <a:endParaRPr lang="fr-FR" dirty="0"/>
          </a:p>
        </p:txBody>
      </p:sp>
    </p:spTree>
    <p:extLst>
      <p:ext uri="{BB962C8B-B14F-4D97-AF65-F5344CB8AC3E}">
        <p14:creationId xmlns:p14="http://schemas.microsoft.com/office/powerpoint/2010/main" val="68868289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F4154F-6CCB-459C-8393-0C0FF6578AB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91A1FDC7-6D10-AAEF-A456-FA802E771ABB}"/>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6F282BF9-1701-0456-08D2-EB71EED1F6A4}"/>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4FDF6A13-E31F-329E-8BA1-9CB2B737C4EE}"/>
              </a:ext>
            </a:extLst>
          </p:cNvPr>
          <p:cNvSpPr>
            <a:spLocks noGrp="1"/>
          </p:cNvSpPr>
          <p:nvPr>
            <p:ph type="sldNum" sz="quarter" idx="10"/>
          </p:nvPr>
        </p:nvSpPr>
        <p:spPr/>
        <p:txBody>
          <a:bodyPr/>
          <a:lstStyle/>
          <a:p>
            <a:fld id="{E3942335-6F17-9D48-9B92-D0C1605D0D3E}" type="slidenum">
              <a:rPr lang="fr-FR" smtClean="0"/>
              <a:pPr/>
              <a:t>14</a:t>
            </a:fld>
            <a:endParaRPr lang="fr-FR" dirty="0"/>
          </a:p>
        </p:txBody>
      </p:sp>
    </p:spTree>
    <p:extLst>
      <p:ext uri="{BB962C8B-B14F-4D97-AF65-F5344CB8AC3E}">
        <p14:creationId xmlns:p14="http://schemas.microsoft.com/office/powerpoint/2010/main" val="1199536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A67D-FF5E-7128-3DF1-6B078932900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10B1E8A-AFFD-AE9F-366B-C0C1D5E72BAE}"/>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7A8B120F-4BA8-40D8-3EFD-146202AE047C}"/>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9EC61D28-200B-0D8C-A026-CF426D06FAA8}"/>
              </a:ext>
            </a:extLst>
          </p:cNvPr>
          <p:cNvSpPr>
            <a:spLocks noGrp="1"/>
          </p:cNvSpPr>
          <p:nvPr>
            <p:ph type="sldNum" sz="quarter" idx="10"/>
          </p:nvPr>
        </p:nvSpPr>
        <p:spPr/>
        <p:txBody>
          <a:bodyPr/>
          <a:lstStyle/>
          <a:p>
            <a:fld id="{E3942335-6F17-9D48-9B92-D0C1605D0D3E}" type="slidenum">
              <a:rPr lang="fr-FR" smtClean="0"/>
              <a:pPr/>
              <a:t>15</a:t>
            </a:fld>
            <a:endParaRPr lang="fr-FR" dirty="0"/>
          </a:p>
        </p:txBody>
      </p:sp>
    </p:spTree>
    <p:extLst>
      <p:ext uri="{BB962C8B-B14F-4D97-AF65-F5344CB8AC3E}">
        <p14:creationId xmlns:p14="http://schemas.microsoft.com/office/powerpoint/2010/main" val="38767390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57FEF-0463-10C8-867E-5768239FF9B3}"/>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CB0664C-5AD6-B035-6CBE-3674C785DA13}"/>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F48D285E-3DD0-FF01-65D7-8981501747D1}"/>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C30A3426-20EB-F7A6-387E-8FB014F1690D}"/>
              </a:ext>
            </a:extLst>
          </p:cNvPr>
          <p:cNvSpPr>
            <a:spLocks noGrp="1"/>
          </p:cNvSpPr>
          <p:nvPr>
            <p:ph type="sldNum" sz="quarter" idx="10"/>
          </p:nvPr>
        </p:nvSpPr>
        <p:spPr/>
        <p:txBody>
          <a:bodyPr/>
          <a:lstStyle/>
          <a:p>
            <a:fld id="{E3942335-6F17-9D48-9B92-D0C1605D0D3E}" type="slidenum">
              <a:rPr lang="fr-FR" smtClean="0"/>
              <a:pPr/>
              <a:t>16</a:t>
            </a:fld>
            <a:endParaRPr lang="fr-FR" dirty="0"/>
          </a:p>
        </p:txBody>
      </p:sp>
    </p:spTree>
    <p:extLst>
      <p:ext uri="{BB962C8B-B14F-4D97-AF65-F5344CB8AC3E}">
        <p14:creationId xmlns:p14="http://schemas.microsoft.com/office/powerpoint/2010/main" val="20148962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77E39-5516-C616-63A5-5F4F1BD1277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263735-3B1A-0866-74A9-60830D240981}"/>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F293B896-32CB-4014-FCE7-8B917C8006FC}"/>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B6FB76D8-ACF3-C45D-D1D7-DE9729D37C40}"/>
              </a:ext>
            </a:extLst>
          </p:cNvPr>
          <p:cNvSpPr>
            <a:spLocks noGrp="1"/>
          </p:cNvSpPr>
          <p:nvPr>
            <p:ph type="sldNum" sz="quarter" idx="10"/>
          </p:nvPr>
        </p:nvSpPr>
        <p:spPr/>
        <p:txBody>
          <a:bodyPr/>
          <a:lstStyle/>
          <a:p>
            <a:fld id="{E3942335-6F17-9D48-9B92-D0C1605D0D3E}" type="slidenum">
              <a:rPr lang="fr-FR" smtClean="0"/>
              <a:pPr/>
              <a:t>17</a:t>
            </a:fld>
            <a:endParaRPr lang="fr-FR" dirty="0"/>
          </a:p>
        </p:txBody>
      </p:sp>
    </p:spTree>
    <p:extLst>
      <p:ext uri="{BB962C8B-B14F-4D97-AF65-F5344CB8AC3E}">
        <p14:creationId xmlns:p14="http://schemas.microsoft.com/office/powerpoint/2010/main" val="37238062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9D703E-063D-4FDD-09FB-7C3E07B9D3C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F8D38B3-A1A8-CCDC-CB82-23C92A32BDE3}"/>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4FF7E3D1-8CB3-15AF-F3FB-AEB9F28478B4}"/>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CFBF1554-CD2D-26B0-115D-15F0581F2109}"/>
              </a:ext>
            </a:extLst>
          </p:cNvPr>
          <p:cNvSpPr>
            <a:spLocks noGrp="1"/>
          </p:cNvSpPr>
          <p:nvPr>
            <p:ph type="sldNum" sz="quarter" idx="10"/>
          </p:nvPr>
        </p:nvSpPr>
        <p:spPr/>
        <p:txBody>
          <a:bodyPr/>
          <a:lstStyle/>
          <a:p>
            <a:fld id="{E3942335-6F17-9D48-9B92-D0C1605D0D3E}" type="slidenum">
              <a:rPr lang="fr-FR" smtClean="0"/>
              <a:pPr/>
              <a:t>18</a:t>
            </a:fld>
            <a:endParaRPr lang="fr-FR" dirty="0"/>
          </a:p>
        </p:txBody>
      </p:sp>
    </p:spTree>
    <p:extLst>
      <p:ext uri="{BB962C8B-B14F-4D97-AF65-F5344CB8AC3E}">
        <p14:creationId xmlns:p14="http://schemas.microsoft.com/office/powerpoint/2010/main" val="10335608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E8CCFA-50FE-9EFA-6B13-FC6577D84FE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5CDAD9F-3734-4DFE-7D2E-9CC8E90EA309}"/>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A253FF8B-4C8D-10DC-190A-B8B79D6FD13D}"/>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A4E2CC7A-3762-6C0F-F575-2D86DC263C82}"/>
              </a:ext>
            </a:extLst>
          </p:cNvPr>
          <p:cNvSpPr>
            <a:spLocks noGrp="1"/>
          </p:cNvSpPr>
          <p:nvPr>
            <p:ph type="sldNum" sz="quarter" idx="10"/>
          </p:nvPr>
        </p:nvSpPr>
        <p:spPr/>
        <p:txBody>
          <a:bodyPr/>
          <a:lstStyle/>
          <a:p>
            <a:fld id="{E3942335-6F17-9D48-9B92-D0C1605D0D3E}" type="slidenum">
              <a:rPr lang="fr-FR" smtClean="0"/>
              <a:pPr/>
              <a:t>19</a:t>
            </a:fld>
            <a:endParaRPr lang="fr-FR" dirty="0"/>
          </a:p>
        </p:txBody>
      </p:sp>
    </p:spTree>
    <p:extLst>
      <p:ext uri="{BB962C8B-B14F-4D97-AF65-F5344CB8AC3E}">
        <p14:creationId xmlns:p14="http://schemas.microsoft.com/office/powerpoint/2010/main" val="14983044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99D074-FF00-C478-12F9-C5F50A4A1FD7}"/>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36943BA-A309-1711-9F05-7E6D6FC36B32}"/>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2C6B21BD-7DDB-66F4-BC80-AE72B5A8A41C}"/>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76097BD2-EDC3-BA46-4228-93D2F518BF7B}"/>
              </a:ext>
            </a:extLst>
          </p:cNvPr>
          <p:cNvSpPr>
            <a:spLocks noGrp="1"/>
          </p:cNvSpPr>
          <p:nvPr>
            <p:ph type="sldNum" sz="quarter" idx="10"/>
          </p:nvPr>
        </p:nvSpPr>
        <p:spPr/>
        <p:txBody>
          <a:bodyPr/>
          <a:lstStyle/>
          <a:p>
            <a:fld id="{E3942335-6F17-9D48-9B92-D0C1605D0D3E}" type="slidenum">
              <a:rPr lang="fr-FR" smtClean="0"/>
              <a:pPr/>
              <a:t>20</a:t>
            </a:fld>
            <a:endParaRPr lang="fr-FR" dirty="0"/>
          </a:p>
        </p:txBody>
      </p:sp>
    </p:spTree>
    <p:extLst>
      <p:ext uri="{BB962C8B-B14F-4D97-AF65-F5344CB8AC3E}">
        <p14:creationId xmlns:p14="http://schemas.microsoft.com/office/powerpoint/2010/main" val="17712379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41FEF-856D-8B4B-84E6-1CB31EBCAD50}"/>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98DF51F-E0F3-A31A-AC97-295D3CB22CC6}"/>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7AEA6421-7472-0A97-1A6A-96E94325DC45}"/>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30359BEE-4414-9D2F-715B-72AA50D95F39}"/>
              </a:ext>
            </a:extLst>
          </p:cNvPr>
          <p:cNvSpPr>
            <a:spLocks noGrp="1"/>
          </p:cNvSpPr>
          <p:nvPr>
            <p:ph type="sldNum" sz="quarter" idx="10"/>
          </p:nvPr>
        </p:nvSpPr>
        <p:spPr/>
        <p:txBody>
          <a:bodyPr/>
          <a:lstStyle/>
          <a:p>
            <a:fld id="{E3942335-6F17-9D48-9B92-D0C1605D0D3E}" type="slidenum">
              <a:rPr lang="fr-FR" smtClean="0"/>
              <a:pPr/>
              <a:t>21</a:t>
            </a:fld>
            <a:endParaRPr lang="fr-FR" dirty="0"/>
          </a:p>
        </p:txBody>
      </p:sp>
    </p:spTree>
    <p:extLst>
      <p:ext uri="{BB962C8B-B14F-4D97-AF65-F5344CB8AC3E}">
        <p14:creationId xmlns:p14="http://schemas.microsoft.com/office/powerpoint/2010/main" val="643496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CB276-2DE7-4B03-667D-EBB17C87AD1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CB2E3CB9-0496-4B33-5CD6-D8238E3F2AD3}"/>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35A0B095-4028-203C-0881-1C9CE54B7E0A}"/>
              </a:ext>
            </a:extLst>
          </p:cNvPr>
          <p:cNvSpPr>
            <a:spLocks noGrp="1"/>
          </p:cNvSpPr>
          <p:nvPr>
            <p:ph type="body" idx="1"/>
          </p:nvPr>
        </p:nvSpPr>
        <p:spPr/>
        <p:txBody>
          <a:bodyPr>
            <a:normAutofit/>
          </a:bodyPr>
          <a:lstStyle/>
          <a:p>
            <a:endParaRPr lang="fr-FR" dirty="0"/>
          </a:p>
        </p:txBody>
      </p:sp>
      <p:sp>
        <p:nvSpPr>
          <p:cNvPr id="4" name="Espace réservé du numéro de diapositive 3">
            <a:extLst>
              <a:ext uri="{FF2B5EF4-FFF2-40B4-BE49-F238E27FC236}">
                <a16:creationId xmlns:a16="http://schemas.microsoft.com/office/drawing/2014/main" id="{F27B35B1-9428-8A39-779A-0D90FB76F24F}"/>
              </a:ext>
            </a:extLst>
          </p:cNvPr>
          <p:cNvSpPr>
            <a:spLocks noGrp="1"/>
          </p:cNvSpPr>
          <p:nvPr>
            <p:ph type="sldNum" sz="quarter" idx="10"/>
          </p:nvPr>
        </p:nvSpPr>
        <p:spPr/>
        <p:txBody>
          <a:bodyPr/>
          <a:lstStyle/>
          <a:p>
            <a:fld id="{E3942335-6F17-9D48-9B92-D0C1605D0D3E}" type="slidenum">
              <a:rPr lang="fr-FR" smtClean="0"/>
              <a:pPr/>
              <a:t>22</a:t>
            </a:fld>
            <a:endParaRPr lang="fr-FR" dirty="0"/>
          </a:p>
        </p:txBody>
      </p:sp>
    </p:spTree>
    <p:extLst>
      <p:ext uri="{BB962C8B-B14F-4D97-AF65-F5344CB8AC3E}">
        <p14:creationId xmlns:p14="http://schemas.microsoft.com/office/powerpoint/2010/main" val="1027221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22760-C82F-1EB9-9C23-A6275D9C319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29132ED7-2813-712D-B523-5C849703956B}"/>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640767D4-FA31-A8A3-3AAE-7161A0174B3C}"/>
              </a:ext>
            </a:extLst>
          </p:cNvPr>
          <p:cNvSpPr>
            <a:spLocks noGrp="1"/>
          </p:cNvSpPr>
          <p:nvPr>
            <p:ph type="body" idx="1"/>
          </p:nvPr>
        </p:nvSpPr>
        <p:spPr/>
        <p:txBody>
          <a:bodyPr>
            <a:normAutofit/>
          </a:bodyPr>
          <a:lstStyle/>
          <a:p>
            <a:r>
              <a:rPr lang="fr-FR" dirty="0"/>
              <a:t>Le succès d'un modèle d'IA ne dépend pas seulement de sa puissance, mais surtout de la qualité des données qu'on lui fournit. Nous avons conçu un extracteur de caractéristiques qui transforme chaque requête SQL en un vecteur numérique de 11 dimensions. Ces 'features' ont été choisies pour leur capacité à isoler les anomalies syntaxiques et sémantiques. Ce vecteur est ensuite injecté dans notre réseau de neurones MLP. Grâce à une phase d'entraînement par rétropropagation sur 30 000 exemples, le modèle a appris à détecter des corrélations subtiles que de simples règles heuristiques ne pourraient jamais identifier.</a:t>
            </a:r>
          </a:p>
        </p:txBody>
      </p:sp>
      <p:sp>
        <p:nvSpPr>
          <p:cNvPr id="4" name="Espace réservé du numéro de diapositive 3">
            <a:extLst>
              <a:ext uri="{FF2B5EF4-FFF2-40B4-BE49-F238E27FC236}">
                <a16:creationId xmlns:a16="http://schemas.microsoft.com/office/drawing/2014/main" id="{CC3DA2E2-068B-3C04-EB15-02A21B83EBF4}"/>
              </a:ext>
            </a:extLst>
          </p:cNvPr>
          <p:cNvSpPr>
            <a:spLocks noGrp="1"/>
          </p:cNvSpPr>
          <p:nvPr>
            <p:ph type="sldNum" sz="quarter" idx="10"/>
          </p:nvPr>
        </p:nvSpPr>
        <p:spPr/>
        <p:txBody>
          <a:bodyPr/>
          <a:lstStyle/>
          <a:p>
            <a:fld id="{E3942335-6F17-9D48-9B92-D0C1605D0D3E}" type="slidenum">
              <a:rPr lang="fr-FR" smtClean="0"/>
              <a:pPr/>
              <a:t>23</a:t>
            </a:fld>
            <a:endParaRPr lang="fr-FR" dirty="0"/>
          </a:p>
        </p:txBody>
      </p:sp>
    </p:spTree>
    <p:extLst>
      <p:ext uri="{BB962C8B-B14F-4D97-AF65-F5344CB8AC3E}">
        <p14:creationId xmlns:p14="http://schemas.microsoft.com/office/powerpoint/2010/main" val="308175776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2067AD-E147-2719-611F-544FC8C9292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7E03A8C-4EBB-66B9-8191-C1910808DF40}"/>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EE4D94D4-4287-15EE-B301-245519D46617}"/>
              </a:ext>
            </a:extLst>
          </p:cNvPr>
          <p:cNvSpPr>
            <a:spLocks noGrp="1"/>
          </p:cNvSpPr>
          <p:nvPr>
            <p:ph type="body" idx="1"/>
          </p:nvPr>
        </p:nvSpPr>
        <p:spPr/>
        <p:txBody>
          <a:bodyPr>
            <a:normAutofit/>
          </a:bodyPr>
          <a:lstStyle/>
          <a:p>
            <a:r>
              <a:rPr lang="fr-FR" dirty="0"/>
              <a:t>Le succès d'un modèle d'IA ne dépend pas seulement de sa puissance, mais surtout de la qualité des données qu'on lui fournit. Nous avons conçu un extracteur de caractéristiques qui transforme chaque requête SQL en un vecteur numérique de 11 dimensions. Ces 'features' ont été choisies pour leur capacité à isoler les anomalies syntaxiques et sémantiques. Ce vecteur est ensuite injecté dans notre réseau de neurones MLP. Grâce à une phase d'entraînement par rétropropagation sur 30 000 exemples, le modèle a appris à détecter des corrélations subtiles que de simples règles heuristiques ne pourraient jamais identifier.</a:t>
            </a:r>
          </a:p>
        </p:txBody>
      </p:sp>
      <p:sp>
        <p:nvSpPr>
          <p:cNvPr id="4" name="Espace réservé du numéro de diapositive 3">
            <a:extLst>
              <a:ext uri="{FF2B5EF4-FFF2-40B4-BE49-F238E27FC236}">
                <a16:creationId xmlns:a16="http://schemas.microsoft.com/office/drawing/2014/main" id="{464CDAC2-F4C3-CD12-95CB-D01097A2445A}"/>
              </a:ext>
            </a:extLst>
          </p:cNvPr>
          <p:cNvSpPr>
            <a:spLocks noGrp="1"/>
          </p:cNvSpPr>
          <p:nvPr>
            <p:ph type="sldNum" sz="quarter" idx="10"/>
          </p:nvPr>
        </p:nvSpPr>
        <p:spPr/>
        <p:txBody>
          <a:bodyPr/>
          <a:lstStyle/>
          <a:p>
            <a:fld id="{E3942335-6F17-9D48-9B92-D0C1605D0D3E}" type="slidenum">
              <a:rPr lang="fr-FR" smtClean="0"/>
              <a:pPr/>
              <a:t>24</a:t>
            </a:fld>
            <a:endParaRPr lang="fr-FR" dirty="0"/>
          </a:p>
        </p:txBody>
      </p:sp>
    </p:spTree>
    <p:extLst>
      <p:ext uri="{BB962C8B-B14F-4D97-AF65-F5344CB8AC3E}">
        <p14:creationId xmlns:p14="http://schemas.microsoft.com/office/powerpoint/2010/main" val="363569305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198B6-A549-3E7A-0203-13F96065DA5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2FD092-B3BB-4B42-EFF7-5B6B852FA469}"/>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B1C27397-BE6A-48E2-7B90-44CF0A469F31}"/>
              </a:ext>
            </a:extLst>
          </p:cNvPr>
          <p:cNvSpPr>
            <a:spLocks noGrp="1"/>
          </p:cNvSpPr>
          <p:nvPr>
            <p:ph type="body" idx="1"/>
          </p:nvPr>
        </p:nvSpPr>
        <p:spPr/>
        <p:txBody>
          <a:bodyPr>
            <a:normAutofit/>
          </a:bodyPr>
          <a:lstStyle/>
          <a:p>
            <a:r>
              <a:rPr lang="fr-FR" dirty="0"/>
              <a:t>Passons aux résultats concrets. Pour valider notre approche, nous avons soumis le modèle à un test rigoureux sur 10 000 requêtes inédites. Les résultats, visibles sur cette matrice de confusion, sont excellents. Nous atteignons une précision globale de 99,63 %. Ce qui est particulièrement satisfaisant pour un ingénieur en sécurité, c'est notre taux de rappel : 99,76 %. Cela signifie que sur 5 000 tentatives d'injection, seules 12 ont réussi à passer entre les mailles du filet. Parallèlement, nous avons maintenu les faux positifs à un niveau extrêmement bas, garantissant que les utilisateurs légitimes ne subissent aucun blocage intempestif</a:t>
            </a:r>
          </a:p>
        </p:txBody>
      </p:sp>
      <p:sp>
        <p:nvSpPr>
          <p:cNvPr id="4" name="Espace réservé du numéro de diapositive 3">
            <a:extLst>
              <a:ext uri="{FF2B5EF4-FFF2-40B4-BE49-F238E27FC236}">
                <a16:creationId xmlns:a16="http://schemas.microsoft.com/office/drawing/2014/main" id="{75F557E9-3FD4-D141-D9C1-816A6ED7A943}"/>
              </a:ext>
            </a:extLst>
          </p:cNvPr>
          <p:cNvSpPr>
            <a:spLocks noGrp="1"/>
          </p:cNvSpPr>
          <p:nvPr>
            <p:ph type="sldNum" sz="quarter" idx="10"/>
          </p:nvPr>
        </p:nvSpPr>
        <p:spPr/>
        <p:txBody>
          <a:bodyPr/>
          <a:lstStyle/>
          <a:p>
            <a:fld id="{E3942335-6F17-9D48-9B92-D0C1605D0D3E}" type="slidenum">
              <a:rPr lang="fr-FR" smtClean="0"/>
              <a:pPr/>
              <a:t>25</a:t>
            </a:fld>
            <a:endParaRPr lang="fr-FR" dirty="0"/>
          </a:p>
        </p:txBody>
      </p:sp>
    </p:spTree>
    <p:extLst>
      <p:ext uri="{BB962C8B-B14F-4D97-AF65-F5344CB8AC3E}">
        <p14:creationId xmlns:p14="http://schemas.microsoft.com/office/powerpoint/2010/main" val="21931243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5E2BF-36B3-A356-15E9-12C3A410125E}"/>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21B138A-60E1-57FE-FA0E-970F69391540}"/>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F628E875-DC4D-FB60-AF78-A5F4B0980F21}"/>
              </a:ext>
            </a:extLst>
          </p:cNvPr>
          <p:cNvSpPr>
            <a:spLocks noGrp="1"/>
          </p:cNvSpPr>
          <p:nvPr>
            <p:ph type="body" idx="1"/>
          </p:nvPr>
        </p:nvSpPr>
        <p:spPr/>
        <p:txBody>
          <a:bodyPr>
            <a:normAutofit/>
          </a:bodyPr>
          <a:lstStyle/>
          <a:p>
            <a:r>
              <a:rPr lang="fr-FR" dirty="0"/>
              <a:t>Le succès d'un modèle d'IA ne dépend pas seulement de sa puissance, mais surtout de la qualité des données qu'on lui fournit. Nous avons conçu un extracteur de caractéristiques qui transforme chaque requête SQL en un vecteur numérique de 11 dimensions. Ces 'features' ont été choisies pour leur capacité à isoler les anomalies syntaxiques et sémantiques. Ce vecteur est ensuite injecté dans notre réseau de neurones MLP. Grâce à une phase d'entraînement par rétropropagation sur 30 000 exemples, le modèle a appris à détecter des corrélations subtiles que de simples règles heuristiques ne pourraient jamais identifier.</a:t>
            </a:r>
          </a:p>
        </p:txBody>
      </p:sp>
      <p:sp>
        <p:nvSpPr>
          <p:cNvPr id="4" name="Espace réservé du numéro de diapositive 3">
            <a:extLst>
              <a:ext uri="{FF2B5EF4-FFF2-40B4-BE49-F238E27FC236}">
                <a16:creationId xmlns:a16="http://schemas.microsoft.com/office/drawing/2014/main" id="{A8C06219-21F3-9F67-5CE6-CFD0B4EE021A}"/>
              </a:ext>
            </a:extLst>
          </p:cNvPr>
          <p:cNvSpPr>
            <a:spLocks noGrp="1"/>
          </p:cNvSpPr>
          <p:nvPr>
            <p:ph type="sldNum" sz="quarter" idx="10"/>
          </p:nvPr>
        </p:nvSpPr>
        <p:spPr/>
        <p:txBody>
          <a:bodyPr/>
          <a:lstStyle/>
          <a:p>
            <a:fld id="{E3942335-6F17-9D48-9B92-D0C1605D0D3E}" type="slidenum">
              <a:rPr lang="fr-FR" smtClean="0"/>
              <a:pPr/>
              <a:t>26</a:t>
            </a:fld>
            <a:endParaRPr lang="fr-FR" dirty="0"/>
          </a:p>
        </p:txBody>
      </p:sp>
    </p:spTree>
    <p:extLst>
      <p:ext uri="{BB962C8B-B14F-4D97-AF65-F5344CB8AC3E}">
        <p14:creationId xmlns:p14="http://schemas.microsoft.com/office/powerpoint/2010/main" val="95005486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B3EE3-2A2C-6163-514F-D69EB53B683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F747E86-6FFC-4EC6-7521-EF91F31F2428}"/>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E2D840E3-9362-1BB9-1653-8C659B25FE92}"/>
              </a:ext>
            </a:extLst>
          </p:cNvPr>
          <p:cNvSpPr>
            <a:spLocks noGrp="1"/>
          </p:cNvSpPr>
          <p:nvPr>
            <p:ph type="body" idx="1"/>
          </p:nvPr>
        </p:nvSpPr>
        <p:spPr/>
        <p:txBody>
          <a:bodyPr>
            <a:normAutofit/>
          </a:bodyPr>
          <a:lstStyle/>
          <a:p>
            <a:r>
              <a:rPr lang="fr-FR" dirty="0"/>
              <a:t>Le succès d'un modèle d'IA ne dépend pas seulement de sa puissance, mais surtout de la qualité des données qu'on lui fournit. Nous avons conçu un extracteur de caractéristiques qui transforme chaque requête SQL en un vecteur numérique de 11 dimensions. Ces 'features' ont été choisies pour leur capacité à isoler les anomalies syntaxiques et sémantiques. Ce vecteur est ensuite injecté dans notre réseau de neurones MLP. Grâce à une phase d'entraînement par rétropropagation sur 30 000 exemples, le modèle a appris à détecter des corrélations subtiles que de simples règles heuristiques ne pourraient jamais identifier.</a:t>
            </a:r>
          </a:p>
        </p:txBody>
      </p:sp>
      <p:sp>
        <p:nvSpPr>
          <p:cNvPr id="4" name="Espace réservé du numéro de diapositive 3">
            <a:extLst>
              <a:ext uri="{FF2B5EF4-FFF2-40B4-BE49-F238E27FC236}">
                <a16:creationId xmlns:a16="http://schemas.microsoft.com/office/drawing/2014/main" id="{0607B356-25EB-095D-EE17-50D3EAB0B497}"/>
              </a:ext>
            </a:extLst>
          </p:cNvPr>
          <p:cNvSpPr>
            <a:spLocks noGrp="1"/>
          </p:cNvSpPr>
          <p:nvPr>
            <p:ph type="sldNum" sz="quarter" idx="10"/>
          </p:nvPr>
        </p:nvSpPr>
        <p:spPr/>
        <p:txBody>
          <a:bodyPr/>
          <a:lstStyle/>
          <a:p>
            <a:fld id="{E3942335-6F17-9D48-9B92-D0C1605D0D3E}" type="slidenum">
              <a:rPr lang="fr-FR" smtClean="0"/>
              <a:pPr/>
              <a:t>27</a:t>
            </a:fld>
            <a:endParaRPr lang="fr-FR" dirty="0"/>
          </a:p>
        </p:txBody>
      </p:sp>
    </p:spTree>
    <p:extLst>
      <p:ext uri="{BB962C8B-B14F-4D97-AF65-F5344CB8AC3E}">
        <p14:creationId xmlns:p14="http://schemas.microsoft.com/office/powerpoint/2010/main" val="2885885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7EB09-0038-A70A-68F9-7E8FD476F06A}"/>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51F9119B-A88E-CF12-53BF-4FBCC5DCA563}"/>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EED3D4FF-396F-2335-993E-F1DC5D1903B5}"/>
              </a:ext>
            </a:extLst>
          </p:cNvPr>
          <p:cNvSpPr>
            <a:spLocks noGrp="1"/>
          </p:cNvSpPr>
          <p:nvPr>
            <p:ph type="body" idx="1"/>
          </p:nvPr>
        </p:nvSpPr>
        <p:spPr/>
        <p:txBody>
          <a:bodyPr>
            <a:normAutofit/>
          </a:bodyPr>
          <a:lstStyle/>
          <a:p>
            <a:r>
              <a:rPr lang="fr-FR" dirty="0"/>
              <a:t>Passons aux résultats concrets. Pour valider notre approche, nous avons soumis le modèle à un test rigoureux sur 10 000 requêtes inédites. Les résultats, visibles sur cette matrice de confusion, sont excellents. Nous atteignons une précision globale de 99,63 %. Ce qui est particulièrement satisfaisant pour un ingénieur en sécurité, c'est notre taux de rappel : 99,76 %. Cela signifie que sur 5 000 tentatives d'injection, seules 12 ont réussi à passer entre les mailles du filet. Parallèlement, nous avons maintenu les faux positifs à un niveau extrêmement bas, garantissant que les utilisateurs légitimes ne subissent aucun blocage intempestif</a:t>
            </a:r>
          </a:p>
        </p:txBody>
      </p:sp>
      <p:sp>
        <p:nvSpPr>
          <p:cNvPr id="4" name="Espace réservé du numéro de diapositive 3">
            <a:extLst>
              <a:ext uri="{FF2B5EF4-FFF2-40B4-BE49-F238E27FC236}">
                <a16:creationId xmlns:a16="http://schemas.microsoft.com/office/drawing/2014/main" id="{FE291F77-6865-F771-DCDE-AFAB593378E4}"/>
              </a:ext>
            </a:extLst>
          </p:cNvPr>
          <p:cNvSpPr>
            <a:spLocks noGrp="1"/>
          </p:cNvSpPr>
          <p:nvPr>
            <p:ph type="sldNum" sz="quarter" idx="10"/>
          </p:nvPr>
        </p:nvSpPr>
        <p:spPr/>
        <p:txBody>
          <a:bodyPr/>
          <a:lstStyle/>
          <a:p>
            <a:fld id="{E3942335-6F17-9D48-9B92-D0C1605D0D3E}" type="slidenum">
              <a:rPr lang="fr-FR" smtClean="0"/>
              <a:pPr/>
              <a:t>28</a:t>
            </a:fld>
            <a:endParaRPr lang="fr-FR" dirty="0"/>
          </a:p>
        </p:txBody>
      </p:sp>
    </p:spTree>
    <p:extLst>
      <p:ext uri="{BB962C8B-B14F-4D97-AF65-F5344CB8AC3E}">
        <p14:creationId xmlns:p14="http://schemas.microsoft.com/office/powerpoint/2010/main" val="36632775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0C03C-F797-44B7-7DC0-A75FABC02756}"/>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180C0CB-3426-ED3A-AECF-0AC831060DC8}"/>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DB839FC0-9AE0-F792-4ECD-DDD5A58B4981}"/>
              </a:ext>
            </a:extLst>
          </p:cNvPr>
          <p:cNvSpPr>
            <a:spLocks noGrp="1"/>
          </p:cNvSpPr>
          <p:nvPr>
            <p:ph type="body" idx="1"/>
          </p:nvPr>
        </p:nvSpPr>
        <p:spPr/>
        <p:txBody>
          <a:bodyPr>
            <a:normAutofit/>
          </a:bodyPr>
          <a:lstStyle/>
          <a:p>
            <a:r>
              <a:rPr lang="fr-FR" dirty="0"/>
              <a:t>Le travail présenté aujourd'hui n'est qu'une première étape. La cybersécurité est une course perpétuelle. À court terme, nous prévoyons d'étendre ce moteur aux attaques XSS. À plus long terme, l'objectif est de rendre ce système totalement autonome grâce au 'Deep Learning'. Nous voulons passer d'une protection réactive à une défense prédictive, capable d'identifier une campagne d'attaque avant même qu'elle ne touche nos bases de données critiques.</a:t>
            </a:r>
          </a:p>
        </p:txBody>
      </p:sp>
      <p:sp>
        <p:nvSpPr>
          <p:cNvPr id="4" name="Espace réservé du numéro de diapositive 3">
            <a:extLst>
              <a:ext uri="{FF2B5EF4-FFF2-40B4-BE49-F238E27FC236}">
                <a16:creationId xmlns:a16="http://schemas.microsoft.com/office/drawing/2014/main" id="{1CC46D91-1397-6CE7-57CE-9B76CE394926}"/>
              </a:ext>
            </a:extLst>
          </p:cNvPr>
          <p:cNvSpPr>
            <a:spLocks noGrp="1"/>
          </p:cNvSpPr>
          <p:nvPr>
            <p:ph type="sldNum" sz="quarter" idx="10"/>
          </p:nvPr>
        </p:nvSpPr>
        <p:spPr/>
        <p:txBody>
          <a:bodyPr/>
          <a:lstStyle/>
          <a:p>
            <a:fld id="{E3942335-6F17-9D48-9B92-D0C1605D0D3E}" type="slidenum">
              <a:rPr lang="fr-FR" smtClean="0"/>
              <a:pPr/>
              <a:t>29</a:t>
            </a:fld>
            <a:endParaRPr lang="fr-FR" dirty="0"/>
          </a:p>
        </p:txBody>
      </p:sp>
    </p:spTree>
    <p:extLst>
      <p:ext uri="{BB962C8B-B14F-4D97-AF65-F5344CB8AC3E}">
        <p14:creationId xmlns:p14="http://schemas.microsoft.com/office/powerpoint/2010/main" val="163514835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A7288-CB49-B310-EC4E-B9937F9627A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8D643AA6-E839-31F9-AD53-719480B8E932}"/>
              </a:ext>
            </a:extLst>
          </p:cNvPr>
          <p:cNvSpPr>
            <a:spLocks noGrp="1" noRot="1" noChangeAspect="1"/>
          </p:cNvSpPr>
          <p:nvPr>
            <p:ph type="sldImg"/>
          </p:nvPr>
        </p:nvSpPr>
        <p:spPr>
          <a:xfrm>
            <a:off x="852488" y="744538"/>
            <a:ext cx="4964112" cy="3722687"/>
          </a:xfrm>
        </p:spPr>
      </p:sp>
      <p:sp>
        <p:nvSpPr>
          <p:cNvPr id="3" name="Espace réservé des commentaires 2">
            <a:extLst>
              <a:ext uri="{FF2B5EF4-FFF2-40B4-BE49-F238E27FC236}">
                <a16:creationId xmlns:a16="http://schemas.microsoft.com/office/drawing/2014/main" id="{C22C9386-4E83-5F90-9DA1-B139000C73C8}"/>
              </a:ext>
            </a:extLst>
          </p:cNvPr>
          <p:cNvSpPr>
            <a:spLocks noGrp="1"/>
          </p:cNvSpPr>
          <p:nvPr>
            <p:ph type="body" idx="1"/>
          </p:nvPr>
        </p:nvSpPr>
        <p:spPr/>
        <p:txBody>
          <a:bodyPr>
            <a:normAutofit/>
          </a:bodyPr>
          <a:lstStyle/>
          <a:p>
            <a:r>
              <a:rPr lang="fr-FR" dirty="0"/>
              <a:t>Le travail présenté aujourd'hui n'est qu'une première étape. La cybersécurité est une course perpétuelle. À court terme, nous prévoyons d'étendre ce moteur aux attaques XSS. À plus long terme, l'objectif est de rendre ce système totalement autonome grâce au 'Deep Learning'. Nous voulons passer d'une protection réactive à une défense prédictive, capable d'identifier une campagne d'attaque avant même qu'elle ne touche nos bases de données critiques.</a:t>
            </a:r>
          </a:p>
        </p:txBody>
      </p:sp>
      <p:sp>
        <p:nvSpPr>
          <p:cNvPr id="4" name="Espace réservé du numéro de diapositive 3">
            <a:extLst>
              <a:ext uri="{FF2B5EF4-FFF2-40B4-BE49-F238E27FC236}">
                <a16:creationId xmlns:a16="http://schemas.microsoft.com/office/drawing/2014/main" id="{44D81AF1-1EF1-A16E-9952-D264EA568F69}"/>
              </a:ext>
            </a:extLst>
          </p:cNvPr>
          <p:cNvSpPr>
            <a:spLocks noGrp="1"/>
          </p:cNvSpPr>
          <p:nvPr>
            <p:ph type="sldNum" sz="quarter" idx="10"/>
          </p:nvPr>
        </p:nvSpPr>
        <p:spPr/>
        <p:txBody>
          <a:bodyPr/>
          <a:lstStyle/>
          <a:p>
            <a:fld id="{E3942335-6F17-9D48-9B92-D0C1605D0D3E}" type="slidenum">
              <a:rPr lang="fr-FR" smtClean="0"/>
              <a:pPr/>
              <a:t>30</a:t>
            </a:fld>
            <a:endParaRPr lang="fr-FR" dirty="0"/>
          </a:p>
        </p:txBody>
      </p:sp>
    </p:spTree>
    <p:extLst>
      <p:ext uri="{BB962C8B-B14F-4D97-AF65-F5344CB8AC3E}">
        <p14:creationId xmlns:p14="http://schemas.microsoft.com/office/powerpoint/2010/main" val="3685347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45"/>
            <a:ext cx="7772400" cy="1470025"/>
          </a:xfrm>
        </p:spPr>
        <p:txBody>
          <a:bodyPr/>
          <a:lstStyle/>
          <a:p>
            <a:r>
              <a:rPr lang="fr-FR"/>
              <a:t>Modifiez le style du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167" indent="0" algn="ctr">
              <a:buNone/>
              <a:defRPr>
                <a:solidFill>
                  <a:schemeClr val="tx1">
                    <a:tint val="75000"/>
                  </a:schemeClr>
                </a:solidFill>
              </a:defRPr>
            </a:lvl2pPr>
            <a:lvl3pPr marL="914332" indent="0" algn="ctr">
              <a:buNone/>
              <a:defRPr>
                <a:solidFill>
                  <a:schemeClr val="tx1">
                    <a:tint val="75000"/>
                  </a:schemeClr>
                </a:solidFill>
              </a:defRPr>
            </a:lvl3pPr>
            <a:lvl4pPr marL="1371498" indent="0" algn="ctr">
              <a:buNone/>
              <a:defRPr>
                <a:solidFill>
                  <a:schemeClr val="tx1">
                    <a:tint val="75000"/>
                  </a:schemeClr>
                </a:solidFill>
              </a:defRPr>
            </a:lvl4pPr>
            <a:lvl5pPr marL="1828664" indent="0" algn="ctr">
              <a:buNone/>
              <a:defRPr>
                <a:solidFill>
                  <a:schemeClr val="tx1">
                    <a:tint val="75000"/>
                  </a:schemeClr>
                </a:solidFill>
              </a:defRPr>
            </a:lvl5pPr>
            <a:lvl6pPr marL="2285830" indent="0" algn="ctr">
              <a:buNone/>
              <a:defRPr>
                <a:solidFill>
                  <a:schemeClr val="tx1">
                    <a:tint val="75000"/>
                  </a:schemeClr>
                </a:solidFill>
              </a:defRPr>
            </a:lvl6pPr>
            <a:lvl7pPr marL="2742994" indent="0" algn="ctr">
              <a:buNone/>
              <a:defRPr>
                <a:solidFill>
                  <a:schemeClr val="tx1">
                    <a:tint val="75000"/>
                  </a:schemeClr>
                </a:solidFill>
              </a:defRPr>
            </a:lvl7pPr>
            <a:lvl8pPr marL="3200160" indent="0" algn="ctr">
              <a:buNone/>
              <a:defRPr>
                <a:solidFill>
                  <a:schemeClr val="tx1">
                    <a:tint val="75000"/>
                  </a:schemeClr>
                </a:solidFill>
              </a:defRPr>
            </a:lvl8pPr>
            <a:lvl9pPr marL="3657327" indent="0" algn="ctr">
              <a:buNone/>
              <a:defRPr>
                <a:solidFill>
                  <a:schemeClr val="tx1">
                    <a:tint val="75000"/>
                  </a:schemeClr>
                </a:solidFill>
              </a:defRPr>
            </a:lvl9pPr>
          </a:lstStyle>
          <a:p>
            <a:r>
              <a:rPr lang="fr-FR"/>
              <a:t>Modifiez le style des sous-titres du masque</a:t>
            </a:r>
          </a:p>
        </p:txBody>
      </p:sp>
      <p:sp>
        <p:nvSpPr>
          <p:cNvPr id="4" name="Espace réservé de la date 3"/>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5" name="Espace réservé du pied de page 4"/>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6" name="Espace réservé du numéro de diapositive 5"/>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341037357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5" name="Espace réservé du pied de page 4"/>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6" name="Espace réservé du numéro de diapositive 5"/>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2089573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20"/>
            <a:ext cx="7772400" cy="1362075"/>
          </a:xfrm>
        </p:spPr>
        <p:txBody>
          <a:bodyPr anchor="t"/>
          <a:lstStyle>
            <a:lvl1pPr algn="l">
              <a:defRPr sz="4000" b="1" cap="all"/>
            </a:lvl1pPr>
          </a:lstStyle>
          <a:p>
            <a:r>
              <a:rPr lang="fr-FR"/>
              <a:t>Modifiez le style du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167" indent="0">
              <a:buNone/>
              <a:defRPr sz="1800">
                <a:solidFill>
                  <a:schemeClr val="tx1">
                    <a:tint val="75000"/>
                  </a:schemeClr>
                </a:solidFill>
              </a:defRPr>
            </a:lvl2pPr>
            <a:lvl3pPr marL="914332" indent="0">
              <a:buNone/>
              <a:defRPr sz="1600">
                <a:solidFill>
                  <a:schemeClr val="tx1">
                    <a:tint val="75000"/>
                  </a:schemeClr>
                </a:solidFill>
              </a:defRPr>
            </a:lvl3pPr>
            <a:lvl4pPr marL="1371498" indent="0">
              <a:buNone/>
              <a:defRPr sz="1400">
                <a:solidFill>
                  <a:schemeClr val="tx1">
                    <a:tint val="75000"/>
                  </a:schemeClr>
                </a:solidFill>
              </a:defRPr>
            </a:lvl4pPr>
            <a:lvl5pPr marL="1828664" indent="0">
              <a:buNone/>
              <a:defRPr sz="1400">
                <a:solidFill>
                  <a:schemeClr val="tx1">
                    <a:tint val="75000"/>
                  </a:schemeClr>
                </a:solidFill>
              </a:defRPr>
            </a:lvl5pPr>
            <a:lvl6pPr marL="2285830" indent="0">
              <a:buNone/>
              <a:defRPr sz="1400">
                <a:solidFill>
                  <a:schemeClr val="tx1">
                    <a:tint val="75000"/>
                  </a:schemeClr>
                </a:solidFill>
              </a:defRPr>
            </a:lvl6pPr>
            <a:lvl7pPr marL="2742994" indent="0">
              <a:buNone/>
              <a:defRPr sz="1400">
                <a:solidFill>
                  <a:schemeClr val="tx1">
                    <a:tint val="75000"/>
                  </a:schemeClr>
                </a:solidFill>
              </a:defRPr>
            </a:lvl7pPr>
            <a:lvl8pPr marL="3200160" indent="0">
              <a:buNone/>
              <a:defRPr sz="1400">
                <a:solidFill>
                  <a:schemeClr val="tx1">
                    <a:tint val="75000"/>
                  </a:schemeClr>
                </a:solidFill>
              </a:defRPr>
            </a:lvl8pPr>
            <a:lvl9pPr marL="3657327" indent="0">
              <a:buNone/>
              <a:defRPr sz="1400">
                <a:solidFill>
                  <a:schemeClr val="tx1">
                    <a:tint val="75000"/>
                  </a:schemeClr>
                </a:solidFill>
              </a:defRPr>
            </a:lvl9pPr>
          </a:lstStyle>
          <a:p>
            <a:pPr lvl="0"/>
            <a:r>
              <a:rPr lang="fr-FR"/>
              <a:t>Modifiez les styles du texte du masque</a:t>
            </a:r>
          </a:p>
        </p:txBody>
      </p:sp>
      <p:sp>
        <p:nvSpPr>
          <p:cNvPr id="4" name="Espace réservé de la date 3"/>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5" name="Espace réservé du pied de page 4"/>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6" name="Espace réservé du numéro de diapositive 5"/>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25753262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6" name="Espace réservé du pied de page 5"/>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7" name="Espace réservé du numéro de diapositive 6"/>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5785082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lvl1pPr>
          </a:lstStyle>
          <a:p>
            <a:r>
              <a:rPr lang="fr-FR"/>
              <a:t>Modifiez le style du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167" indent="0">
              <a:buNone/>
              <a:defRPr sz="2000" b="1"/>
            </a:lvl2pPr>
            <a:lvl3pPr marL="914332"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fr-FR"/>
              <a:t>Modifiez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35" y="1535113"/>
            <a:ext cx="4041775" cy="639762"/>
          </a:xfrm>
        </p:spPr>
        <p:txBody>
          <a:bodyPr anchor="b"/>
          <a:lstStyle>
            <a:lvl1pPr marL="0" indent="0">
              <a:buNone/>
              <a:defRPr sz="2400" b="1"/>
            </a:lvl1pPr>
            <a:lvl2pPr marL="457167" indent="0">
              <a:buNone/>
              <a:defRPr sz="2000" b="1"/>
            </a:lvl2pPr>
            <a:lvl3pPr marL="914332" indent="0">
              <a:buNone/>
              <a:defRPr sz="1800" b="1"/>
            </a:lvl3pPr>
            <a:lvl4pPr marL="1371498" indent="0">
              <a:buNone/>
              <a:defRPr sz="1600" b="1"/>
            </a:lvl4pPr>
            <a:lvl5pPr marL="1828664" indent="0">
              <a:buNone/>
              <a:defRPr sz="1600" b="1"/>
            </a:lvl5pPr>
            <a:lvl6pPr marL="2285830" indent="0">
              <a:buNone/>
              <a:defRPr sz="1600" b="1"/>
            </a:lvl6pPr>
            <a:lvl7pPr marL="2742994" indent="0">
              <a:buNone/>
              <a:defRPr sz="1600" b="1"/>
            </a:lvl7pPr>
            <a:lvl8pPr marL="3200160" indent="0">
              <a:buNone/>
              <a:defRPr sz="1600" b="1"/>
            </a:lvl8pPr>
            <a:lvl9pPr marL="3657327" indent="0">
              <a:buNone/>
              <a:defRPr sz="1600" b="1"/>
            </a:lvl9pPr>
          </a:lstStyle>
          <a:p>
            <a:pPr lvl="0"/>
            <a:r>
              <a:rPr lang="fr-FR"/>
              <a:t>Modifiez les styles du texte du masque</a:t>
            </a:r>
          </a:p>
        </p:txBody>
      </p:sp>
      <p:sp>
        <p:nvSpPr>
          <p:cNvPr id="6" name="Espace réservé du contenu 5"/>
          <p:cNvSpPr>
            <a:spLocks noGrp="1"/>
          </p:cNvSpPr>
          <p:nvPr>
            <p:ph sz="quarter" idx="4"/>
          </p:nvPr>
        </p:nvSpPr>
        <p:spPr>
          <a:xfrm>
            <a:off x="464503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8" name="Espace réservé du pied de page 7"/>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9" name="Espace réservé du numéro de diapositive 8"/>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4097574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e la date 2"/>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4" name="Espace réservé du pied de page 3"/>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5" name="Espace réservé du numéro de diapositive 4"/>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359564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3" name="Espace réservé du pied de page 2"/>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4" name="Espace réservé du numéro de diapositive 3"/>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21532109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2" y="273050"/>
            <a:ext cx="3008313" cy="1162050"/>
          </a:xfrm>
        </p:spPr>
        <p:txBody>
          <a:bodyPr anchor="b"/>
          <a:lstStyle>
            <a:lvl1pPr algn="l">
              <a:defRPr sz="2000" b="1"/>
            </a:lvl1pPr>
          </a:lstStyle>
          <a:p>
            <a:r>
              <a:rPr lang="fr-FR"/>
              <a:t>Modifiez le style du titre</a:t>
            </a:r>
          </a:p>
        </p:txBody>
      </p:sp>
      <p:sp>
        <p:nvSpPr>
          <p:cNvPr id="3" name="Espace réservé du contenu 2"/>
          <p:cNvSpPr>
            <a:spLocks noGrp="1"/>
          </p:cNvSpPr>
          <p:nvPr>
            <p:ph idx="1"/>
          </p:nvPr>
        </p:nvSpPr>
        <p:spPr>
          <a:xfrm>
            <a:off x="3575050" y="27307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2" y="1435103"/>
            <a:ext cx="3008313" cy="4691063"/>
          </a:xfrm>
        </p:spPr>
        <p:txBody>
          <a:bodyPr/>
          <a:lstStyle>
            <a:lvl1pPr marL="0" indent="0">
              <a:buNone/>
              <a:defRPr sz="1400"/>
            </a:lvl1pPr>
            <a:lvl2pPr marL="457167" indent="0">
              <a:buNone/>
              <a:defRPr sz="1200"/>
            </a:lvl2pPr>
            <a:lvl3pPr marL="914332" indent="0">
              <a:buNone/>
              <a:defRPr sz="1000"/>
            </a:lvl3pPr>
            <a:lvl4pPr marL="1371498" indent="0">
              <a:buNone/>
              <a:defRPr sz="900"/>
            </a:lvl4pPr>
            <a:lvl5pPr marL="1828664" indent="0">
              <a:buNone/>
              <a:defRPr sz="900"/>
            </a:lvl5pPr>
            <a:lvl6pPr marL="2285830" indent="0">
              <a:buNone/>
              <a:defRPr sz="900"/>
            </a:lvl6pPr>
            <a:lvl7pPr marL="2742994" indent="0">
              <a:buNone/>
              <a:defRPr sz="900"/>
            </a:lvl7pPr>
            <a:lvl8pPr marL="3200160" indent="0">
              <a:buNone/>
              <a:defRPr sz="900"/>
            </a:lvl8pPr>
            <a:lvl9pPr marL="3657327"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6" name="Espace réservé du pied de page 5"/>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7" name="Espace réservé du numéro de diapositive 6"/>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24337094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Modifiez le style du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167" indent="0">
              <a:buNone/>
              <a:defRPr sz="2800"/>
            </a:lvl2pPr>
            <a:lvl3pPr marL="914332" indent="0">
              <a:buNone/>
              <a:defRPr sz="2400"/>
            </a:lvl3pPr>
            <a:lvl4pPr marL="1371498" indent="0">
              <a:buNone/>
              <a:defRPr sz="2000"/>
            </a:lvl4pPr>
            <a:lvl5pPr marL="1828664" indent="0">
              <a:buNone/>
              <a:defRPr sz="2000"/>
            </a:lvl5pPr>
            <a:lvl6pPr marL="2285830" indent="0">
              <a:buNone/>
              <a:defRPr sz="2000"/>
            </a:lvl6pPr>
            <a:lvl7pPr marL="2742994" indent="0">
              <a:buNone/>
              <a:defRPr sz="2000"/>
            </a:lvl7pPr>
            <a:lvl8pPr marL="3200160" indent="0">
              <a:buNone/>
              <a:defRPr sz="2000"/>
            </a:lvl8pPr>
            <a:lvl9pPr marL="3657327" indent="0">
              <a:buNone/>
              <a:defRPr sz="2000"/>
            </a:lvl9pPr>
          </a:lstStyle>
          <a:p>
            <a:endParaRPr lang="fr-FR" dirty="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167" indent="0">
              <a:buNone/>
              <a:defRPr sz="1200"/>
            </a:lvl2pPr>
            <a:lvl3pPr marL="914332" indent="0">
              <a:buNone/>
              <a:defRPr sz="1000"/>
            </a:lvl3pPr>
            <a:lvl4pPr marL="1371498" indent="0">
              <a:buNone/>
              <a:defRPr sz="900"/>
            </a:lvl4pPr>
            <a:lvl5pPr marL="1828664" indent="0">
              <a:buNone/>
              <a:defRPr sz="900"/>
            </a:lvl5pPr>
            <a:lvl6pPr marL="2285830" indent="0">
              <a:buNone/>
              <a:defRPr sz="900"/>
            </a:lvl6pPr>
            <a:lvl7pPr marL="2742994" indent="0">
              <a:buNone/>
              <a:defRPr sz="900"/>
            </a:lvl7pPr>
            <a:lvl8pPr marL="3200160" indent="0">
              <a:buNone/>
              <a:defRPr sz="900"/>
            </a:lvl8pPr>
            <a:lvl9pPr marL="3657327" indent="0">
              <a:buNone/>
              <a:defRPr sz="900"/>
            </a:lvl9pPr>
          </a:lstStyle>
          <a:p>
            <a:pPr lvl="0"/>
            <a:r>
              <a:rPr lang="fr-FR"/>
              <a:t>Modifiez les styles du texte du masque</a:t>
            </a:r>
          </a:p>
        </p:txBody>
      </p:sp>
      <p:sp>
        <p:nvSpPr>
          <p:cNvPr id="5" name="Espace réservé de la date 4"/>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6" name="Espace réservé du pied de page 5"/>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7" name="Espace réservé du numéro de diapositive 6"/>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4862221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texte vertical 2"/>
          <p:cNvSpPr>
            <a:spLocks noGrp="1"/>
          </p:cNvSpPr>
          <p:nvPr>
            <p:ph type="body" orient="vert" idx="1"/>
          </p:nvPr>
        </p:nvSpPr>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5" name="Espace réservé du pied de page 4"/>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6" name="Espace réservé du numéro de diapositive 5"/>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22148019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629400" y="274658"/>
            <a:ext cx="2057400" cy="5851525"/>
          </a:xfrm>
        </p:spPr>
        <p:txBody>
          <a:bodyPr vert="eaVert"/>
          <a:lstStyle/>
          <a:p>
            <a:r>
              <a:rPr lang="fr-FR"/>
              <a:t>Modifiez le style du titre</a:t>
            </a:r>
          </a:p>
        </p:txBody>
      </p:sp>
      <p:sp>
        <p:nvSpPr>
          <p:cNvPr id="3" name="Espace réservé du texte vertical 2"/>
          <p:cNvSpPr>
            <a:spLocks noGrp="1"/>
          </p:cNvSpPr>
          <p:nvPr>
            <p:ph type="body" orient="vert" idx="1"/>
          </p:nvPr>
        </p:nvSpPr>
        <p:spPr>
          <a:xfrm>
            <a:off x="457200" y="274658"/>
            <a:ext cx="6019800" cy="5851525"/>
          </a:xfrm>
        </p:spPr>
        <p:txBody>
          <a:bodyPr vert="eaVert"/>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10"/>
          </p:nvPr>
        </p:nvSpPr>
        <p:spPr/>
        <p:txBody>
          <a:bodyPr/>
          <a:lstStyle/>
          <a:p>
            <a:fld id="{DBF80C4B-FAAE-4FF2-8A04-9F416E86254C}" type="datetimeFigureOut">
              <a:rPr lang="fr-FR" smtClean="0"/>
              <a:pPr/>
              <a:t>17/03/2026</a:t>
            </a:fld>
            <a:endParaRPr lang="fr-FR" dirty="0"/>
          </a:p>
        </p:txBody>
      </p:sp>
      <p:sp>
        <p:nvSpPr>
          <p:cNvPr id="5" name="Espace réservé du pied de page 4"/>
          <p:cNvSpPr>
            <a:spLocks noGrp="1"/>
          </p:cNvSpPr>
          <p:nvPr>
            <p:ph type="ftr" sz="quarter" idx="11"/>
          </p:nvPr>
        </p:nvSpPr>
        <p:spPr>
          <a:xfrm>
            <a:off x="3124200" y="6356370"/>
            <a:ext cx="2895600" cy="365125"/>
          </a:xfrm>
          <a:prstGeom prst="rect">
            <a:avLst/>
          </a:prstGeom>
        </p:spPr>
        <p:txBody>
          <a:bodyPr/>
          <a:lstStyle/>
          <a:p>
            <a:endParaRPr lang="fr-FR" dirty="0"/>
          </a:p>
        </p:txBody>
      </p:sp>
      <p:sp>
        <p:nvSpPr>
          <p:cNvPr id="6" name="Espace réservé du numéro de diapositive 5"/>
          <p:cNvSpPr>
            <a:spLocks noGrp="1"/>
          </p:cNvSpPr>
          <p:nvPr>
            <p:ph type="sldNum" sz="quarter" idx="12"/>
          </p:nvPr>
        </p:nvSpPr>
        <p:spPr/>
        <p:txBody>
          <a:body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20412154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p:cNvSpPr>
            <a:spLocks noGrp="1"/>
          </p:cNvSpPr>
          <p:nvPr>
            <p:ph type="body" idx="1"/>
          </p:nvPr>
        </p:nvSpPr>
        <p:spPr>
          <a:xfrm>
            <a:off x="457200" y="1600206"/>
            <a:ext cx="8229600" cy="4525963"/>
          </a:xfrm>
          <a:prstGeom prst="rect">
            <a:avLst/>
          </a:prstGeom>
        </p:spPr>
        <p:txBody>
          <a:bodyPr vert="horz" lIns="91440" tIns="45720" rIns="91440" bIns="4572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p:cNvSpPr>
            <a:spLocks noGrp="1"/>
          </p:cNvSpPr>
          <p:nvPr>
            <p:ph type="dt" sz="half" idx="2"/>
          </p:nvPr>
        </p:nvSpPr>
        <p:spPr>
          <a:xfrm>
            <a:off x="457200" y="635637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F80C4B-FAAE-4FF2-8A04-9F416E86254C}" type="datetimeFigureOut">
              <a:rPr lang="fr-FR" smtClean="0"/>
              <a:pPr/>
              <a:t>17/03/2026</a:t>
            </a:fld>
            <a:endParaRPr lang="fr-FR" dirty="0"/>
          </a:p>
        </p:txBody>
      </p:sp>
      <p:sp>
        <p:nvSpPr>
          <p:cNvPr id="6" name="Espace réservé du numéro de diapositive 5"/>
          <p:cNvSpPr>
            <a:spLocks noGrp="1"/>
          </p:cNvSpPr>
          <p:nvPr>
            <p:ph type="sldNum" sz="quarter" idx="4"/>
          </p:nvPr>
        </p:nvSpPr>
        <p:spPr>
          <a:xfrm>
            <a:off x="6553200" y="635637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46F17C-BA02-431A-B22A-EF5F3F287F75}" type="slidenum">
              <a:rPr lang="fr-FR" smtClean="0"/>
              <a:pPr/>
              <a:t>‹N°›</a:t>
            </a:fld>
            <a:endParaRPr lang="fr-FR" dirty="0"/>
          </a:p>
        </p:txBody>
      </p:sp>
    </p:spTree>
    <p:extLst>
      <p:ext uri="{BB962C8B-B14F-4D97-AF65-F5344CB8AC3E}">
        <p14:creationId xmlns:p14="http://schemas.microsoft.com/office/powerpoint/2010/main" val="31508206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332" rtl="0" eaLnBrk="1" latinLnBrk="0" hangingPunct="1">
        <a:spcBef>
          <a:spcPct val="0"/>
        </a:spcBef>
        <a:buNone/>
        <a:defRPr sz="4400" kern="1200">
          <a:solidFill>
            <a:schemeClr val="tx1"/>
          </a:solidFill>
          <a:latin typeface="+mj-lt"/>
          <a:ea typeface="+mj-ea"/>
          <a:cs typeface="+mj-cs"/>
        </a:defRPr>
      </a:lvl1pPr>
    </p:titleStyle>
    <p:bodyStyle>
      <a:lvl1pPr marL="342874" indent="-342874" algn="l" defTabSz="914332"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895" indent="-285730" algn="l" defTabSz="914332"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2914" indent="-228584" algn="l" defTabSz="914332"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080"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247"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412"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578"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744"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910" indent="-228584" algn="l" defTabSz="91433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fr-FR"/>
      </a:defPPr>
      <a:lvl1pPr marL="0" algn="l" defTabSz="914332" rtl="0" eaLnBrk="1" latinLnBrk="0" hangingPunct="1">
        <a:defRPr sz="1800" kern="1200">
          <a:solidFill>
            <a:schemeClr val="tx1"/>
          </a:solidFill>
          <a:latin typeface="+mn-lt"/>
          <a:ea typeface="+mn-ea"/>
          <a:cs typeface="+mn-cs"/>
        </a:defRPr>
      </a:lvl1pPr>
      <a:lvl2pPr marL="457167" algn="l" defTabSz="914332" rtl="0" eaLnBrk="1" latinLnBrk="0" hangingPunct="1">
        <a:defRPr sz="1800" kern="1200">
          <a:solidFill>
            <a:schemeClr val="tx1"/>
          </a:solidFill>
          <a:latin typeface="+mn-lt"/>
          <a:ea typeface="+mn-ea"/>
          <a:cs typeface="+mn-cs"/>
        </a:defRPr>
      </a:lvl2pPr>
      <a:lvl3pPr marL="914332" algn="l" defTabSz="914332" rtl="0" eaLnBrk="1" latinLnBrk="0" hangingPunct="1">
        <a:defRPr sz="1800" kern="1200">
          <a:solidFill>
            <a:schemeClr val="tx1"/>
          </a:solidFill>
          <a:latin typeface="+mn-lt"/>
          <a:ea typeface="+mn-ea"/>
          <a:cs typeface="+mn-cs"/>
        </a:defRPr>
      </a:lvl3pPr>
      <a:lvl4pPr marL="1371498" algn="l" defTabSz="914332" rtl="0" eaLnBrk="1" latinLnBrk="0" hangingPunct="1">
        <a:defRPr sz="1800" kern="1200">
          <a:solidFill>
            <a:schemeClr val="tx1"/>
          </a:solidFill>
          <a:latin typeface="+mn-lt"/>
          <a:ea typeface="+mn-ea"/>
          <a:cs typeface="+mn-cs"/>
        </a:defRPr>
      </a:lvl4pPr>
      <a:lvl5pPr marL="1828664" algn="l" defTabSz="914332" rtl="0" eaLnBrk="1" latinLnBrk="0" hangingPunct="1">
        <a:defRPr sz="1800" kern="1200">
          <a:solidFill>
            <a:schemeClr val="tx1"/>
          </a:solidFill>
          <a:latin typeface="+mn-lt"/>
          <a:ea typeface="+mn-ea"/>
          <a:cs typeface="+mn-cs"/>
        </a:defRPr>
      </a:lvl5pPr>
      <a:lvl6pPr marL="2285830" algn="l" defTabSz="914332" rtl="0" eaLnBrk="1" latinLnBrk="0" hangingPunct="1">
        <a:defRPr sz="1800" kern="1200">
          <a:solidFill>
            <a:schemeClr val="tx1"/>
          </a:solidFill>
          <a:latin typeface="+mn-lt"/>
          <a:ea typeface="+mn-ea"/>
          <a:cs typeface="+mn-cs"/>
        </a:defRPr>
      </a:lvl6pPr>
      <a:lvl7pPr marL="2742994" algn="l" defTabSz="914332" rtl="0" eaLnBrk="1" latinLnBrk="0" hangingPunct="1">
        <a:defRPr sz="1800" kern="1200">
          <a:solidFill>
            <a:schemeClr val="tx1"/>
          </a:solidFill>
          <a:latin typeface="+mn-lt"/>
          <a:ea typeface="+mn-ea"/>
          <a:cs typeface="+mn-cs"/>
        </a:defRPr>
      </a:lvl7pPr>
      <a:lvl8pPr marL="3200160" algn="l" defTabSz="914332" rtl="0" eaLnBrk="1" latinLnBrk="0" hangingPunct="1">
        <a:defRPr sz="1800" kern="1200">
          <a:solidFill>
            <a:schemeClr val="tx1"/>
          </a:solidFill>
          <a:latin typeface="+mn-lt"/>
          <a:ea typeface="+mn-ea"/>
          <a:cs typeface="+mn-cs"/>
        </a:defRPr>
      </a:lvl8pPr>
      <a:lvl9pPr marL="3657327" algn="l" defTabSz="914332"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6.jpe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3.png"/><Relationship Id="rId5" Type="http://schemas.microsoft.com/office/2007/relationships/hdphoto" Target="../media/hdphoto1.wdp"/><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7"/>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a:t>
            </a:fld>
            <a:endParaRPr lang="fr-FR" sz="1200" b="1" dirty="0">
              <a:solidFill>
                <a:srgbClr val="1E4C7C"/>
              </a:solidFill>
              <a:latin typeface="Arial" charset="0"/>
            </a:endParaRPr>
          </a:p>
        </p:txBody>
      </p:sp>
      <p:sp>
        <p:nvSpPr>
          <p:cNvPr id="32" name="AutoShape 16"/>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a:t>
            </a:fld>
            <a:endParaRPr lang="fr-FR" sz="1200" b="1" dirty="0">
              <a:solidFill>
                <a:srgbClr val="1E4C7C"/>
              </a:solidFill>
              <a:latin typeface="Arial" charset="0"/>
            </a:endParaRPr>
          </a:p>
        </p:txBody>
      </p:sp>
      <p:sp>
        <p:nvSpPr>
          <p:cNvPr id="44" name="Ellipse 43"/>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0" name="Rectangle 68"/>
          <p:cNvSpPr>
            <a:spLocks noChangeArrowheads="1"/>
          </p:cNvSpPr>
          <p:nvPr/>
        </p:nvSpPr>
        <p:spPr bwMode="auto">
          <a:xfrm>
            <a:off x="15" y="131227"/>
            <a:ext cx="5040051" cy="995156"/>
          </a:xfrm>
          <a:prstGeom prst="rect">
            <a:avLst/>
          </a:prstGeom>
          <a:noFill/>
          <a:ln w="9525">
            <a:noFill/>
            <a:miter lim="800000"/>
            <a:headEnd/>
            <a:tailEnd/>
          </a:ln>
          <a:effectLst/>
        </p:spPr>
        <p:txBody>
          <a:bodyPr>
            <a:prstTxWarp prst="textNoShape">
              <a:avLst/>
            </a:prstTxWarp>
          </a:bodyPr>
          <a:lstStyle/>
          <a:p>
            <a:pPr indent="82550" algn="ctr">
              <a:lnSpc>
                <a:spcPct val="115000"/>
              </a:lnSpc>
              <a:spcAft>
                <a:spcPts val="800"/>
              </a:spcAft>
              <a:tabLst>
                <a:tab pos="1169988" algn="l"/>
              </a:tabLst>
            </a:pPr>
            <a:r>
              <a:rPr lang="fr-FR" sz="1600" dirty="0">
                <a:solidFill>
                  <a:schemeClr val="tx2"/>
                </a:solidFill>
                <a:latin typeface="Arial Black" panose="020B0A04020102020204" pitchFamily="34" charset="0"/>
              </a:rPr>
              <a:t>MINISTERE DE L’ENSEIGNEMENT SUPERIEUR ET DE</a:t>
            </a:r>
          </a:p>
          <a:p>
            <a:pPr algn="ctr"/>
            <a:r>
              <a:rPr lang="fr-FR" sz="1600" dirty="0">
                <a:solidFill>
                  <a:schemeClr val="tx2"/>
                </a:solidFill>
                <a:latin typeface="Arial Black" panose="020B0A04020102020204" pitchFamily="34" charset="0"/>
              </a:rPr>
              <a:t>LA RECHERCHE SCIENTIFIQUE</a:t>
            </a:r>
          </a:p>
        </p:txBody>
      </p:sp>
      <p:sp>
        <p:nvSpPr>
          <p:cNvPr id="22" name="Espace réservé du pied de page 5"/>
          <p:cNvSpPr txBox="1">
            <a:spLocks noGrp="1"/>
          </p:cNvSpPr>
          <p:nvPr/>
        </p:nvSpPr>
        <p:spPr bwMode="auto">
          <a:xfrm>
            <a:off x="209552" y="6491303"/>
            <a:ext cx="4722488"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4" name="Rectangle 68"/>
          <p:cNvSpPr>
            <a:spLocks noChangeArrowheads="1"/>
          </p:cNvSpPr>
          <p:nvPr/>
        </p:nvSpPr>
        <p:spPr bwMode="auto">
          <a:xfrm>
            <a:off x="2019672" y="4005064"/>
            <a:ext cx="5824736" cy="1140712"/>
          </a:xfrm>
          <a:prstGeom prst="rect">
            <a:avLst/>
          </a:prstGeom>
          <a:noFill/>
          <a:ln w="9525">
            <a:noFill/>
            <a:miter lim="800000"/>
            <a:headEnd/>
            <a:tailEnd/>
          </a:ln>
          <a:effectLst/>
        </p:spPr>
        <p:txBody>
          <a:bodyPr>
            <a:prstTxWarp prst="textNoShape">
              <a:avLst/>
            </a:prstTxWarp>
          </a:bodyPr>
          <a:lstStyle/>
          <a:p>
            <a:pPr marL="342874" indent="-342874" algn="ctr">
              <a:spcBef>
                <a:spcPct val="20000"/>
              </a:spcBef>
            </a:pPr>
            <a:r>
              <a:rPr lang="fr-FR" sz="1600" dirty="0">
                <a:solidFill>
                  <a:schemeClr val="tx2"/>
                </a:solidFill>
                <a:latin typeface="Arial Black" panose="020B0A04020102020204" pitchFamily="34" charset="0"/>
              </a:rPr>
              <a:t>Elaboré par  : </a:t>
            </a:r>
          </a:p>
          <a:p>
            <a:pPr marL="342874" indent="-342874" algn="ctr">
              <a:spcBef>
                <a:spcPct val="20000"/>
              </a:spcBef>
            </a:pPr>
            <a:r>
              <a:rPr lang="fr-FR" sz="1600" dirty="0">
                <a:solidFill>
                  <a:schemeClr val="tx2"/>
                </a:solidFill>
                <a:latin typeface="Arial Black" panose="020B0A04020102020204" pitchFamily="34" charset="0"/>
              </a:rPr>
              <a:t>Sekou DOUCOURE</a:t>
            </a:r>
          </a:p>
          <a:p>
            <a:pPr marL="342874" indent="-342874" algn="ctr">
              <a:spcBef>
                <a:spcPct val="20000"/>
              </a:spcBef>
            </a:pPr>
            <a:r>
              <a:rPr lang="fr-FR" sz="1600" dirty="0">
                <a:solidFill>
                  <a:schemeClr val="tx2"/>
                </a:solidFill>
                <a:latin typeface="Arial Black" panose="020B0A04020102020204" pitchFamily="34" charset="0"/>
              </a:rPr>
              <a:t>Adama Nakoun FANE</a:t>
            </a:r>
          </a:p>
        </p:txBody>
      </p:sp>
      <p:sp>
        <p:nvSpPr>
          <p:cNvPr id="2" name="ZoneTexte 1">
            <a:extLst>
              <a:ext uri="{FF2B5EF4-FFF2-40B4-BE49-F238E27FC236}">
                <a16:creationId xmlns:a16="http://schemas.microsoft.com/office/drawing/2014/main" id="{8CE7A280-BD06-958F-8AB8-FCB7E8476D28}"/>
              </a:ext>
            </a:extLst>
          </p:cNvPr>
          <p:cNvSpPr txBox="1"/>
          <p:nvPr/>
        </p:nvSpPr>
        <p:spPr>
          <a:xfrm>
            <a:off x="1678608" y="2779220"/>
            <a:ext cx="6400800" cy="338554"/>
          </a:xfrm>
          <a:prstGeom prst="rect">
            <a:avLst/>
          </a:prstGeom>
          <a:noFill/>
        </p:spPr>
        <p:txBody>
          <a:bodyPr wrap="square" rtlCol="0">
            <a:spAutoFit/>
          </a:bodyPr>
          <a:lstStyle/>
          <a:p>
            <a:pPr marL="342874" indent="-342874" algn="ctr">
              <a:spcBef>
                <a:spcPct val="20000"/>
              </a:spcBef>
            </a:pPr>
            <a:r>
              <a:rPr lang="fr-FR" sz="1600" dirty="0">
                <a:solidFill>
                  <a:schemeClr val="tx2"/>
                </a:solidFill>
                <a:latin typeface="Arial Black" panose="020B0A04020102020204" pitchFamily="34" charset="0"/>
              </a:rPr>
              <a:t>MINI PROJET INFORMATIQUE</a:t>
            </a:r>
          </a:p>
        </p:txBody>
      </p:sp>
      <p:sp>
        <p:nvSpPr>
          <p:cNvPr id="3" name="ZoneTexte 2">
            <a:extLst>
              <a:ext uri="{FF2B5EF4-FFF2-40B4-BE49-F238E27FC236}">
                <a16:creationId xmlns:a16="http://schemas.microsoft.com/office/drawing/2014/main" id="{19D2736E-2433-78C5-0BF6-10BC39034B67}"/>
              </a:ext>
            </a:extLst>
          </p:cNvPr>
          <p:cNvSpPr txBox="1"/>
          <p:nvPr/>
        </p:nvSpPr>
        <p:spPr>
          <a:xfrm>
            <a:off x="1678608" y="3202409"/>
            <a:ext cx="6400800" cy="584775"/>
          </a:xfrm>
          <a:prstGeom prst="rect">
            <a:avLst/>
          </a:prstGeom>
          <a:noFill/>
        </p:spPr>
        <p:txBody>
          <a:bodyPr wrap="square" rtlCol="0">
            <a:spAutoFit/>
          </a:bodyPr>
          <a:lstStyle/>
          <a:p>
            <a:pPr algn="ctr"/>
            <a:r>
              <a:rPr lang="fr-FR" sz="1600" dirty="0">
                <a:solidFill>
                  <a:schemeClr val="tx2"/>
                </a:solidFill>
                <a:latin typeface="Arial Black" panose="020B0A04020102020204" pitchFamily="34" charset="0"/>
              </a:rPr>
              <a:t>Thème: Protection automatique des applications web contre l’attaque par injection SQL </a:t>
            </a:r>
          </a:p>
        </p:txBody>
      </p:sp>
      <p:pic>
        <p:nvPicPr>
          <p:cNvPr id="7" name="Image 6">
            <a:extLst>
              <a:ext uri="{FF2B5EF4-FFF2-40B4-BE49-F238E27FC236}">
                <a16:creationId xmlns:a16="http://schemas.microsoft.com/office/drawing/2014/main" id="{D2E275B3-E69F-9F04-F839-5C4936B11F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1951" y="1193807"/>
            <a:ext cx="3340100" cy="1075763"/>
          </a:xfrm>
          <a:prstGeom prst="rect">
            <a:avLst/>
          </a:prstGeom>
        </p:spPr>
      </p:pic>
      <p:sp>
        <p:nvSpPr>
          <p:cNvPr id="8" name="ZoneTexte 7">
            <a:extLst>
              <a:ext uri="{FF2B5EF4-FFF2-40B4-BE49-F238E27FC236}">
                <a16:creationId xmlns:a16="http://schemas.microsoft.com/office/drawing/2014/main" id="{1C645022-F6D8-19CB-7F42-63E8F9ABEE8B}"/>
              </a:ext>
            </a:extLst>
          </p:cNvPr>
          <p:cNvSpPr txBox="1"/>
          <p:nvPr/>
        </p:nvSpPr>
        <p:spPr>
          <a:xfrm>
            <a:off x="2411775" y="5339279"/>
            <a:ext cx="4751043" cy="707886"/>
          </a:xfrm>
          <a:prstGeom prst="rect">
            <a:avLst/>
          </a:prstGeom>
          <a:noFill/>
        </p:spPr>
        <p:txBody>
          <a:bodyPr wrap="square" rtlCol="0">
            <a:spAutoFit/>
          </a:bodyPr>
          <a:lstStyle/>
          <a:p>
            <a:pPr algn="ctr"/>
            <a:r>
              <a:rPr lang="fr-FR" sz="2000" dirty="0">
                <a:solidFill>
                  <a:schemeClr val="tx2"/>
                </a:solidFill>
                <a:latin typeface="Arial Black" panose="020B0A04020102020204" pitchFamily="34" charset="0"/>
              </a:rPr>
              <a:t>Tuteur:</a:t>
            </a:r>
          </a:p>
          <a:p>
            <a:pPr algn="ctr"/>
            <a:r>
              <a:rPr lang="fr-FR" sz="2000" dirty="0">
                <a:solidFill>
                  <a:schemeClr val="tx2"/>
                </a:solidFill>
                <a:latin typeface="Arial Black" panose="020B0A04020102020204" pitchFamily="34" charset="0"/>
              </a:rPr>
              <a:t> Dr.A. SIDIBE, MA</a:t>
            </a:r>
          </a:p>
        </p:txBody>
      </p:sp>
      <p:sp>
        <p:nvSpPr>
          <p:cNvPr id="9" name="Rectangle 2">
            <a:extLst>
              <a:ext uri="{FF2B5EF4-FFF2-40B4-BE49-F238E27FC236}">
                <a16:creationId xmlns:a16="http://schemas.microsoft.com/office/drawing/2014/main" id="{F4CF4CD1-04E4-E3C9-CFCA-80A72F82F7A9}"/>
              </a:ext>
            </a:extLst>
          </p:cNvPr>
          <p:cNvSpPr>
            <a:spLocks noChangeArrowheads="1"/>
          </p:cNvSpPr>
          <p:nvPr/>
        </p:nvSpPr>
        <p:spPr bwMode="auto">
          <a:xfrm>
            <a:off x="5566027" y="188006"/>
            <a:ext cx="3707904"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indent="90488"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ctr"/>
            <a:r>
              <a:rPr lang="fr-FR" altLang="fr-FR" sz="1600" dirty="0">
                <a:solidFill>
                  <a:schemeClr val="tx2"/>
                </a:solidFill>
                <a:latin typeface="Arial Black" panose="020B0A04020102020204" pitchFamily="34" charset="0"/>
              </a:rPr>
              <a:t>REPUBLIQUE DU MALI</a:t>
            </a:r>
          </a:p>
          <a:p>
            <a:pPr algn="ctr"/>
            <a:r>
              <a:rPr lang="fr-FR" altLang="fr-FR" sz="1600" dirty="0">
                <a:solidFill>
                  <a:schemeClr val="tx2"/>
                </a:solidFill>
                <a:latin typeface="Arial Black" panose="020B0A04020102020204" pitchFamily="34" charset="0"/>
              </a:rPr>
              <a:t>UN PEUPLE-UN BUT-UNE FOI </a:t>
            </a:r>
          </a:p>
        </p:txBody>
      </p:sp>
      <p:pic>
        <p:nvPicPr>
          <p:cNvPr id="1025" name="Image 33">
            <a:extLst>
              <a:ext uri="{FF2B5EF4-FFF2-40B4-BE49-F238E27FC236}">
                <a16:creationId xmlns:a16="http://schemas.microsoft.com/office/drawing/2014/main" id="{EA0C919D-3F7B-7040-A16D-F4A485F2A3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6228" y="753027"/>
            <a:ext cx="1905000" cy="58167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Owasp Logo Flat2 Icon &lt; Cydrill Software Security">
            <a:extLst>
              <a:ext uri="{FF2B5EF4-FFF2-40B4-BE49-F238E27FC236}">
                <a16:creationId xmlns:a16="http://schemas.microsoft.com/office/drawing/2014/main" id="{ED56F403-AD58-D2E5-9266-8ABDBE381BA5}"/>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6174975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7"/>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a:t>
            </a:fld>
            <a:endParaRPr lang="fr-FR" sz="1200" b="1" dirty="0">
              <a:solidFill>
                <a:srgbClr val="1E4C7C"/>
              </a:solidFill>
              <a:latin typeface="Arial" charset="0"/>
            </a:endParaRPr>
          </a:p>
        </p:txBody>
      </p:sp>
      <p:sp>
        <p:nvSpPr>
          <p:cNvPr id="32" name="AutoShape 16"/>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a:t>
            </a:fld>
            <a:endParaRPr lang="fr-FR" sz="1200" b="1" dirty="0">
              <a:solidFill>
                <a:srgbClr val="1E4C7C"/>
              </a:solidFill>
              <a:latin typeface="Arial" charset="0"/>
            </a:endParaRPr>
          </a:p>
        </p:txBody>
      </p:sp>
      <p:sp>
        <p:nvSpPr>
          <p:cNvPr id="44" name="Ellipse 43"/>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p:cNvSpPr txBox="1">
            <a:spLocks noGrp="1"/>
          </p:cNvSpPr>
          <p:nvPr/>
        </p:nvSpPr>
        <p:spPr bwMode="auto">
          <a:xfrm>
            <a:off x="209552" y="6491303"/>
            <a:ext cx="522654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7" name="Text Box 46"/>
          <p:cNvSpPr txBox="1">
            <a:spLocks noChangeArrowheads="1"/>
          </p:cNvSpPr>
          <p:nvPr/>
        </p:nvSpPr>
        <p:spPr bwMode="auto">
          <a:xfrm>
            <a:off x="3059129" y="333375"/>
            <a:ext cx="3384551" cy="523220"/>
          </a:xfrm>
          <a:prstGeom prst="rect">
            <a:avLst/>
          </a:prstGeom>
          <a:noFill/>
          <a:ln w="9525">
            <a:noFill/>
            <a:miter lim="800000"/>
            <a:headEnd/>
            <a:tailEnd/>
          </a:ln>
          <a:effectLst/>
        </p:spPr>
        <p:txBody>
          <a:bodyPr>
            <a:prstTxWarp prst="textNoShape">
              <a:avLst/>
            </a:prstTxWarp>
            <a:spAutoFit/>
          </a:bodyPr>
          <a:lstStyle/>
          <a:p>
            <a:pPr algn="ctr">
              <a:spcBef>
                <a:spcPct val="50000"/>
              </a:spcBef>
            </a:pPr>
            <a:r>
              <a:rPr lang="fr-FR" sz="2800" b="1" dirty="0">
                <a:solidFill>
                  <a:srgbClr val="1F497D"/>
                </a:solidFill>
                <a:latin typeface="Arial" charset="0"/>
              </a:rPr>
              <a:t>Sommaire</a:t>
            </a:r>
          </a:p>
        </p:txBody>
      </p:sp>
      <p:sp>
        <p:nvSpPr>
          <p:cNvPr id="28" name="Text Box 31"/>
          <p:cNvSpPr txBox="1">
            <a:spLocks noChangeArrowheads="1"/>
          </p:cNvSpPr>
          <p:nvPr/>
        </p:nvSpPr>
        <p:spPr bwMode="auto">
          <a:xfrm>
            <a:off x="1151792" y="999473"/>
            <a:ext cx="7199225" cy="3754874"/>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endParaRPr lang="fr-FR" sz="28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r>
              <a:rPr lang="fr-FR" sz="2800" b="1" dirty="0">
                <a:solidFill>
                  <a:schemeClr val="tx2"/>
                </a:solidFill>
                <a:latin typeface="Times New Roman" panose="02020603050405020304" pitchFamily="18" charset="0"/>
                <a:cs typeface="Times New Roman" panose="02020603050405020304" pitchFamily="18" charset="0"/>
              </a:rPr>
              <a:t>1. Introduction</a:t>
            </a:r>
          </a:p>
          <a:p>
            <a:pPr algn="ctr">
              <a:spcBef>
                <a:spcPct val="50000"/>
              </a:spcBef>
              <a:buClr>
                <a:schemeClr val="tx2"/>
              </a:buClr>
            </a:pPr>
            <a:r>
              <a:rPr lang="fr-FR" sz="2800" b="1" dirty="0">
                <a:solidFill>
                  <a:schemeClr val="tx2"/>
                </a:solidFill>
                <a:latin typeface="Times New Roman" panose="02020603050405020304" pitchFamily="18" charset="0"/>
                <a:cs typeface="Times New Roman" panose="02020603050405020304" pitchFamily="18" charset="0"/>
              </a:rPr>
              <a:t>2. État de l’art</a:t>
            </a:r>
          </a:p>
          <a:p>
            <a:pPr algn="ctr">
              <a:spcBef>
                <a:spcPct val="50000"/>
              </a:spcBef>
              <a:buClr>
                <a:schemeClr val="tx2"/>
              </a:buClr>
            </a:pPr>
            <a:r>
              <a:rPr lang="fr-FR" sz="2800" b="1" dirty="0">
                <a:solidFill>
                  <a:schemeClr val="tx2"/>
                </a:solidFill>
                <a:latin typeface="Times New Roman" panose="02020603050405020304" pitchFamily="18" charset="0"/>
                <a:cs typeface="Times New Roman" panose="02020603050405020304" pitchFamily="18" charset="0"/>
              </a:rPr>
              <a:t>          3. Solution Proposée</a:t>
            </a:r>
          </a:p>
          <a:p>
            <a:pPr algn="ctr">
              <a:spcBef>
                <a:spcPct val="50000"/>
              </a:spcBef>
              <a:buClr>
                <a:schemeClr val="tx2"/>
              </a:buClr>
            </a:pPr>
            <a:r>
              <a:rPr lang="fr-FR" sz="2800" b="1" dirty="0">
                <a:solidFill>
                  <a:schemeClr val="tx2"/>
                </a:solidFill>
                <a:latin typeface="Times New Roman" panose="02020603050405020304" pitchFamily="18" charset="0"/>
                <a:cs typeface="Times New Roman" panose="02020603050405020304" pitchFamily="18" charset="0"/>
              </a:rPr>
              <a:t>4. Conclusion</a:t>
            </a:r>
          </a:p>
          <a:p>
            <a:pPr algn="ctr">
              <a:spcBef>
                <a:spcPct val="50000"/>
              </a:spcBef>
              <a:buClr>
                <a:schemeClr val="tx2"/>
              </a:buClr>
            </a:pPr>
            <a:r>
              <a:rPr lang="fr-FR" sz="2800" b="1" dirty="0">
                <a:solidFill>
                  <a:schemeClr val="tx2"/>
                </a:solidFill>
                <a:latin typeface="Times New Roman" panose="02020603050405020304" pitchFamily="18" charset="0"/>
                <a:cs typeface="Times New Roman" panose="02020603050405020304" pitchFamily="18" charset="0"/>
              </a:rPr>
              <a:t>5. Perspectives</a:t>
            </a:r>
          </a:p>
        </p:txBody>
      </p:sp>
      <p:pic>
        <p:nvPicPr>
          <p:cNvPr id="2" name="Picture 2" descr="Owasp Logo Flat2 Icon &lt; Cydrill Software Security">
            <a:extLst>
              <a:ext uri="{FF2B5EF4-FFF2-40B4-BE49-F238E27FC236}">
                <a16:creationId xmlns:a16="http://schemas.microsoft.com/office/drawing/2014/main" id="{F01A677C-1052-C433-6867-35DC20D6C47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016653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7">
                                            <p:txEl>
                                              <p:pRg st="0" end="0"/>
                                            </p:txEl>
                                          </p:spTgt>
                                        </p:tgtEl>
                                        <p:attrNameLst>
                                          <p:attrName>style.visibility</p:attrName>
                                        </p:attrNameLst>
                                      </p:cBhvr>
                                      <p:to>
                                        <p:strVal val="visible"/>
                                      </p:to>
                                    </p:set>
                                    <p:animEffect transition="in" filter="fade">
                                      <p:cBhvr>
                                        <p:cTn id="7" dur="1000"/>
                                        <p:tgtEl>
                                          <p:spTgt spid="27">
                                            <p:txEl>
                                              <p:pRg st="0" end="0"/>
                                            </p:txEl>
                                          </p:spTgt>
                                        </p:tgtEl>
                                      </p:cBhvr>
                                    </p:animEffect>
                                    <p:anim calcmode="lin" valueType="num">
                                      <p:cBhvr>
                                        <p:cTn id="8" dur="1000" fill="hold"/>
                                        <p:tgtEl>
                                          <p:spTgt spid="2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8">
                                            <p:txEl>
                                              <p:pRg st="1" end="1"/>
                                            </p:txEl>
                                          </p:spTgt>
                                        </p:tgtEl>
                                        <p:attrNameLst>
                                          <p:attrName>style.visibility</p:attrName>
                                        </p:attrNameLst>
                                      </p:cBhvr>
                                      <p:to>
                                        <p:strVal val="visible"/>
                                      </p:to>
                                    </p:set>
                                    <p:animEffect transition="in" filter="fade">
                                      <p:cBhvr>
                                        <p:cTn id="14" dur="1000"/>
                                        <p:tgtEl>
                                          <p:spTgt spid="28">
                                            <p:txEl>
                                              <p:pRg st="1" end="1"/>
                                            </p:txEl>
                                          </p:spTgt>
                                        </p:tgtEl>
                                      </p:cBhvr>
                                    </p:animEffect>
                                    <p:anim calcmode="lin" valueType="num">
                                      <p:cBhvr>
                                        <p:cTn id="15" dur="1000" fill="hold"/>
                                        <p:tgtEl>
                                          <p:spTgt spid="28">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8">
                                            <p:txEl>
                                              <p:pRg st="2" end="2"/>
                                            </p:txEl>
                                          </p:spTgt>
                                        </p:tgtEl>
                                        <p:attrNameLst>
                                          <p:attrName>style.visibility</p:attrName>
                                        </p:attrNameLst>
                                      </p:cBhvr>
                                      <p:to>
                                        <p:strVal val="visible"/>
                                      </p:to>
                                    </p:set>
                                    <p:animEffect transition="in" filter="fade">
                                      <p:cBhvr>
                                        <p:cTn id="21" dur="1000"/>
                                        <p:tgtEl>
                                          <p:spTgt spid="28">
                                            <p:txEl>
                                              <p:pRg st="2" end="2"/>
                                            </p:txEl>
                                          </p:spTgt>
                                        </p:tgtEl>
                                      </p:cBhvr>
                                    </p:animEffect>
                                    <p:anim calcmode="lin" valueType="num">
                                      <p:cBhvr>
                                        <p:cTn id="22" dur="1000" fill="hold"/>
                                        <p:tgtEl>
                                          <p:spTgt spid="28">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8">
                                            <p:txEl>
                                              <p:pRg st="3" end="3"/>
                                            </p:txEl>
                                          </p:spTgt>
                                        </p:tgtEl>
                                        <p:attrNameLst>
                                          <p:attrName>style.visibility</p:attrName>
                                        </p:attrNameLst>
                                      </p:cBhvr>
                                      <p:to>
                                        <p:strVal val="visible"/>
                                      </p:to>
                                    </p:set>
                                    <p:animEffect transition="in" filter="fade">
                                      <p:cBhvr>
                                        <p:cTn id="28" dur="1000"/>
                                        <p:tgtEl>
                                          <p:spTgt spid="28">
                                            <p:txEl>
                                              <p:pRg st="3" end="3"/>
                                            </p:txEl>
                                          </p:spTgt>
                                        </p:tgtEl>
                                      </p:cBhvr>
                                    </p:animEffect>
                                    <p:anim calcmode="lin" valueType="num">
                                      <p:cBhvr>
                                        <p:cTn id="29" dur="1000" fill="hold"/>
                                        <p:tgtEl>
                                          <p:spTgt spid="28">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8">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8">
                                            <p:txEl>
                                              <p:pRg st="4" end="4"/>
                                            </p:txEl>
                                          </p:spTgt>
                                        </p:tgtEl>
                                        <p:attrNameLst>
                                          <p:attrName>style.visibility</p:attrName>
                                        </p:attrNameLst>
                                      </p:cBhvr>
                                      <p:to>
                                        <p:strVal val="visible"/>
                                      </p:to>
                                    </p:set>
                                    <p:animEffect transition="in" filter="fade">
                                      <p:cBhvr>
                                        <p:cTn id="35" dur="1000"/>
                                        <p:tgtEl>
                                          <p:spTgt spid="28">
                                            <p:txEl>
                                              <p:pRg st="4" end="4"/>
                                            </p:txEl>
                                          </p:spTgt>
                                        </p:tgtEl>
                                      </p:cBhvr>
                                    </p:animEffect>
                                    <p:anim calcmode="lin" valueType="num">
                                      <p:cBhvr>
                                        <p:cTn id="36" dur="1000" fill="hold"/>
                                        <p:tgtEl>
                                          <p:spTgt spid="28">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8">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28">
                                            <p:txEl>
                                              <p:pRg st="5" end="5"/>
                                            </p:txEl>
                                          </p:spTgt>
                                        </p:tgtEl>
                                        <p:attrNameLst>
                                          <p:attrName>style.visibility</p:attrName>
                                        </p:attrNameLst>
                                      </p:cBhvr>
                                      <p:to>
                                        <p:strVal val="visible"/>
                                      </p:to>
                                    </p:set>
                                    <p:animEffect transition="in" filter="fade">
                                      <p:cBhvr>
                                        <p:cTn id="42" dur="1000"/>
                                        <p:tgtEl>
                                          <p:spTgt spid="28">
                                            <p:txEl>
                                              <p:pRg st="5" end="5"/>
                                            </p:txEl>
                                          </p:spTgt>
                                        </p:tgtEl>
                                      </p:cBhvr>
                                    </p:animEffect>
                                    <p:anim calcmode="lin" valueType="num">
                                      <p:cBhvr>
                                        <p:cTn id="43" dur="1000" fill="hold"/>
                                        <p:tgtEl>
                                          <p:spTgt spid="28">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8">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27"/>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3</a:t>
            </a:fld>
            <a:endParaRPr lang="fr-FR" sz="1200" b="1" dirty="0">
              <a:solidFill>
                <a:srgbClr val="1E4C7C"/>
              </a:solidFill>
              <a:latin typeface="Arial" charset="0"/>
            </a:endParaRPr>
          </a:p>
        </p:txBody>
      </p:sp>
      <p:sp>
        <p:nvSpPr>
          <p:cNvPr id="32" name="AutoShape 16"/>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3</a:t>
            </a:fld>
            <a:endParaRPr lang="fr-FR" sz="1200" b="1" dirty="0">
              <a:solidFill>
                <a:srgbClr val="1E4C7C"/>
              </a:solidFill>
              <a:latin typeface="Arial" charset="0"/>
            </a:endParaRPr>
          </a:p>
        </p:txBody>
      </p:sp>
      <p:sp>
        <p:nvSpPr>
          <p:cNvPr id="44" name="Ellipse 43"/>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p:cNvSpPr txBox="1">
            <a:spLocks noGrp="1"/>
          </p:cNvSpPr>
          <p:nvPr/>
        </p:nvSpPr>
        <p:spPr bwMode="auto">
          <a:xfrm>
            <a:off x="209552" y="6491303"/>
            <a:ext cx="5082528"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graphicFrame>
        <p:nvGraphicFramePr>
          <p:cNvPr id="2" name="Tableau 1"/>
          <p:cNvGraphicFramePr>
            <a:graphicFrameLocks noGrp="1"/>
          </p:cNvGraphicFramePr>
          <p:nvPr>
            <p:extLst>
              <p:ext uri="{D42A27DB-BD31-4B8C-83A1-F6EECF244321}">
                <p14:modId xmlns:p14="http://schemas.microsoft.com/office/powerpoint/2010/main" val="1918160413"/>
              </p:ext>
            </p:extLst>
          </p:nvPr>
        </p:nvGraphicFramePr>
        <p:xfrm>
          <a:off x="2" y="-27384"/>
          <a:ext cx="9144002" cy="4064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38534">
                  <a:extLst>
                    <a:ext uri="{9D8B030D-6E8A-4147-A177-3AD203B41FA5}">
                      <a16:colId xmlns:a16="http://schemas.microsoft.com/office/drawing/2014/main" val="20002"/>
                    </a:ext>
                  </a:extLst>
                </a:gridCol>
                <a:gridCol w="1519068">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06400">
                <a:tc>
                  <a:txBody>
                    <a:bodyPr/>
                    <a:lstStyle/>
                    <a:p>
                      <a:pPr algn="ctr"/>
                      <a:r>
                        <a:rPr lang="fr-FR" sz="1500" dirty="0">
                          <a:solidFill>
                            <a:schemeClr val="accent1"/>
                          </a:solidFill>
                        </a:rPr>
                        <a:t>Introduction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Etat de l’art</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sp>
        <p:nvSpPr>
          <p:cNvPr id="26" name="Text Box 31"/>
          <p:cNvSpPr txBox="1">
            <a:spLocks noChangeArrowheads="1"/>
          </p:cNvSpPr>
          <p:nvPr/>
        </p:nvSpPr>
        <p:spPr bwMode="auto">
          <a:xfrm>
            <a:off x="209567" y="760829"/>
            <a:ext cx="8582027" cy="5632311"/>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Contexte &amp;</a:t>
            </a:r>
            <a:r>
              <a:rPr lang="fr-FR" sz="2000" dirty="0">
                <a:latin typeface="Times New Roman" panose="02020603050405020304" pitchFamily="18" charset="0"/>
                <a:cs typeface="Times New Roman" panose="02020603050405020304" pitchFamily="18" charset="0"/>
              </a:rPr>
              <a:t> </a:t>
            </a:r>
            <a:r>
              <a:rPr lang="fr-FR" sz="2000" b="1" dirty="0">
                <a:solidFill>
                  <a:schemeClr val="tx2"/>
                </a:solidFill>
                <a:latin typeface="Times New Roman" panose="02020603050405020304" pitchFamily="18" charset="0"/>
                <a:cs typeface="Times New Roman" panose="02020603050405020304" pitchFamily="18" charset="0"/>
              </a:rPr>
              <a:t>Problématique </a:t>
            </a:r>
            <a:r>
              <a:rPr lang="fr-FR" sz="2400" b="1" dirty="0">
                <a:solidFill>
                  <a:schemeClr val="tx2"/>
                </a:solidFill>
                <a:latin typeface="Arial" charset="0"/>
              </a:rPr>
              <a:t>: </a:t>
            </a:r>
            <a:r>
              <a:rPr lang="fr-FR" sz="2000" b="1" dirty="0">
                <a:solidFill>
                  <a:schemeClr val="tx2"/>
                </a:solidFill>
                <a:latin typeface="Times New Roman" panose="02020603050405020304" pitchFamily="18" charset="0"/>
                <a:cs typeface="Times New Roman" panose="02020603050405020304" pitchFamily="18" charset="0"/>
              </a:rPr>
              <a:t>Les limites des défenses actuelles</a:t>
            </a:r>
          </a:p>
          <a:p>
            <a:pPr marL="342874" indent="-342874">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Une menace persistante et évolutive:</a:t>
            </a:r>
          </a:p>
          <a:p>
            <a:pPr marL="722259" indent="-360338">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L’injection SQL (SQLi) domine le Top 10 </a:t>
            </a:r>
            <a:r>
              <a:rPr lang="fr-FR" sz="2000" b="1" dirty="0">
                <a:latin typeface="Times New Roman" panose="02020603050405020304" pitchFamily="18" charset="0"/>
                <a:cs typeface="Times New Roman" panose="02020603050405020304" pitchFamily="18" charset="0"/>
              </a:rPr>
              <a:t>OWASP</a:t>
            </a:r>
          </a:p>
          <a:p>
            <a:pPr marL="722259" indent="-360338">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Sophistication accrue des attaques : obfuscation et polymorphisme</a:t>
            </a:r>
          </a:p>
          <a:p>
            <a:pPr marL="361926" indent="-361926">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Le double écueil des solutions classiques :</a:t>
            </a:r>
          </a:p>
          <a:p>
            <a:pPr marL="722259" indent="-360338">
              <a:spcBef>
                <a:spcPct val="50000"/>
              </a:spcBef>
              <a:buClr>
                <a:schemeClr val="tx2"/>
              </a:buClr>
              <a:buFont typeface="Arial" panose="020B0604020202020204" pitchFamily="34" charset="0"/>
              <a:buChar char="•"/>
            </a:pPr>
            <a:r>
              <a:rPr lang="fr-FR" sz="2000" i="1" dirty="0">
                <a:solidFill>
                  <a:schemeClr val="accent1"/>
                </a:solidFill>
              </a:rPr>
              <a:t>WAF </a:t>
            </a:r>
            <a:r>
              <a:rPr lang="fr-FR" sz="2000" i="1" dirty="0">
                <a:solidFill>
                  <a:schemeClr val="accent1"/>
                </a:solidFill>
                <a:latin typeface="Times New Roman" panose="02020603050405020304" pitchFamily="18" charset="0"/>
                <a:cs typeface="Times New Roman" panose="02020603050405020304" pitchFamily="18" charset="0"/>
              </a:rPr>
              <a:t>traditionnels</a:t>
            </a:r>
            <a:r>
              <a:rPr lang="fr-FR" sz="2000" i="1" dirty="0">
                <a:solidFill>
                  <a:schemeClr val="accent1"/>
                </a:solidFill>
              </a:rPr>
              <a:t> (Signatures statiques) </a:t>
            </a:r>
            <a:r>
              <a:rPr lang="fr-FR" sz="2000" i="1" dirty="0"/>
              <a:t>:</a:t>
            </a:r>
            <a:r>
              <a:rPr lang="fr-FR" sz="2000" dirty="0"/>
              <a:t> Taux élevé de faux négatifs face aux attaques inédites ("Zero-day").</a:t>
            </a:r>
          </a:p>
          <a:p>
            <a:pPr marL="722259" indent="-360338">
              <a:spcBef>
                <a:spcPct val="50000"/>
              </a:spcBef>
              <a:buClr>
                <a:schemeClr val="tx2"/>
              </a:buClr>
              <a:buFont typeface="Arial" panose="020B0604020202020204" pitchFamily="34" charset="0"/>
              <a:buChar char="•"/>
            </a:pPr>
            <a:r>
              <a:rPr lang="fr-FR" sz="2000" i="1" dirty="0">
                <a:solidFill>
                  <a:schemeClr val="accent1"/>
                </a:solidFill>
                <a:latin typeface="Times New Roman" panose="02020603050405020304" pitchFamily="18" charset="0"/>
                <a:cs typeface="Times New Roman" panose="02020603050405020304" pitchFamily="18" charset="0"/>
              </a:rPr>
              <a:t>IA Monolithique : </a:t>
            </a:r>
            <a:r>
              <a:rPr lang="fr-FR" sz="2000" dirty="0">
                <a:latin typeface="Times New Roman" panose="02020603050405020304" pitchFamily="18" charset="0"/>
                <a:cs typeface="Times New Roman" panose="02020603050405020304" pitchFamily="18" charset="0"/>
              </a:rPr>
              <a:t>Latence computationnelle prohibitive dégradant l'expérience utilisateur.</a:t>
            </a:r>
            <a:endParaRPr lang="fr-FR" sz="2400" b="1" i="1" dirty="0">
              <a:solidFill>
                <a:schemeClr val="accent1"/>
              </a:solidFill>
              <a:latin typeface="Times New Roman" panose="02020603050405020304" pitchFamily="18" charset="0"/>
              <a:cs typeface="Times New Roman" panose="02020603050405020304" pitchFamily="18" charset="0"/>
            </a:endParaRPr>
          </a:p>
          <a:p>
            <a:pPr marL="342874" indent="-342874">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Problématique Centrale</a:t>
            </a:r>
          </a:p>
          <a:p>
            <a:pPr marL="714321" indent="-350814">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Comment optimiser la décision de sécurité sous contrainte de latence infra-milliseconde, tout en minimisant les Faux Positifs et Faux Négatifs </a:t>
            </a:r>
          </a:p>
          <a:p>
            <a:pPr>
              <a:spcBef>
                <a:spcPct val="50000"/>
              </a:spcBef>
              <a:buClr>
                <a:schemeClr val="tx2"/>
              </a:buClr>
            </a:pPr>
            <a:endParaRPr lang="fr-FR" sz="2400" b="1" dirty="0">
              <a:solidFill>
                <a:schemeClr val="tx2"/>
              </a:solidFill>
              <a:latin typeface="Arial" charset="0"/>
            </a:endParaRPr>
          </a:p>
        </p:txBody>
      </p:sp>
      <p:pic>
        <p:nvPicPr>
          <p:cNvPr id="3" name="Picture 2" descr="Owasp Logo Flat2 Icon &lt; Cydrill Software Security">
            <a:extLst>
              <a:ext uri="{FF2B5EF4-FFF2-40B4-BE49-F238E27FC236}">
                <a16:creationId xmlns:a16="http://schemas.microsoft.com/office/drawing/2014/main" id="{C2ED46A2-8245-39ED-AE28-E90F7D27D2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11782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1" end="1"/>
                                            </p:txEl>
                                          </p:spTgt>
                                        </p:tgtEl>
                                        <p:attrNameLst>
                                          <p:attrName>style.visibility</p:attrName>
                                        </p:attrNameLst>
                                      </p:cBhvr>
                                      <p:to>
                                        <p:strVal val="visible"/>
                                      </p:to>
                                    </p:set>
                                    <p:animEffect transition="in" filter="fade">
                                      <p:cBhvr>
                                        <p:cTn id="14" dur="1000"/>
                                        <p:tgtEl>
                                          <p:spTgt spid="26">
                                            <p:txEl>
                                              <p:pRg st="1" end="1"/>
                                            </p:txEl>
                                          </p:spTgt>
                                        </p:tgtEl>
                                      </p:cBhvr>
                                    </p:animEffect>
                                    <p:anim calcmode="lin" valueType="num">
                                      <p:cBhvr>
                                        <p:cTn id="15"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6">
                                            <p:txEl>
                                              <p:pRg st="2" end="2"/>
                                            </p:txEl>
                                          </p:spTgt>
                                        </p:tgtEl>
                                        <p:attrNameLst>
                                          <p:attrName>style.visibility</p:attrName>
                                        </p:attrNameLst>
                                      </p:cBhvr>
                                      <p:to>
                                        <p:strVal val="visible"/>
                                      </p:to>
                                    </p:set>
                                    <p:animEffect transition="in" filter="fade">
                                      <p:cBhvr>
                                        <p:cTn id="19" dur="1000"/>
                                        <p:tgtEl>
                                          <p:spTgt spid="26">
                                            <p:txEl>
                                              <p:pRg st="2" end="2"/>
                                            </p:txEl>
                                          </p:spTgt>
                                        </p:tgtEl>
                                      </p:cBhvr>
                                    </p:animEffect>
                                    <p:anim calcmode="lin" valueType="num">
                                      <p:cBhvr>
                                        <p:cTn id="20"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6">
                                            <p:txEl>
                                              <p:pRg st="3" end="3"/>
                                            </p:txEl>
                                          </p:spTgt>
                                        </p:tgtEl>
                                        <p:attrNameLst>
                                          <p:attrName>style.visibility</p:attrName>
                                        </p:attrNameLst>
                                      </p:cBhvr>
                                      <p:to>
                                        <p:strVal val="visible"/>
                                      </p:to>
                                    </p:set>
                                    <p:animEffect transition="in" filter="fade">
                                      <p:cBhvr>
                                        <p:cTn id="24" dur="1000"/>
                                        <p:tgtEl>
                                          <p:spTgt spid="26">
                                            <p:txEl>
                                              <p:pRg st="3" end="3"/>
                                            </p:txEl>
                                          </p:spTgt>
                                        </p:tgtEl>
                                      </p:cBhvr>
                                    </p:animEffect>
                                    <p:anim calcmode="lin" valueType="num">
                                      <p:cBhvr>
                                        <p:cTn id="25"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6">
                                            <p:txEl>
                                              <p:pRg st="4" end="4"/>
                                            </p:txEl>
                                          </p:spTgt>
                                        </p:tgtEl>
                                        <p:attrNameLst>
                                          <p:attrName>style.visibility</p:attrName>
                                        </p:attrNameLst>
                                      </p:cBhvr>
                                      <p:to>
                                        <p:strVal val="visible"/>
                                      </p:to>
                                    </p:set>
                                    <p:animEffect transition="in" filter="fade">
                                      <p:cBhvr>
                                        <p:cTn id="29" dur="1000"/>
                                        <p:tgtEl>
                                          <p:spTgt spid="26">
                                            <p:txEl>
                                              <p:pRg st="4" end="4"/>
                                            </p:txEl>
                                          </p:spTgt>
                                        </p:tgtEl>
                                      </p:cBhvr>
                                    </p:animEffect>
                                    <p:anim calcmode="lin" valueType="num">
                                      <p:cBhvr>
                                        <p:cTn id="30"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6">
                                            <p:txEl>
                                              <p:pRg st="5" end="5"/>
                                            </p:txEl>
                                          </p:spTgt>
                                        </p:tgtEl>
                                        <p:attrNameLst>
                                          <p:attrName>style.visibility</p:attrName>
                                        </p:attrNameLst>
                                      </p:cBhvr>
                                      <p:to>
                                        <p:strVal val="visible"/>
                                      </p:to>
                                    </p:set>
                                    <p:animEffect transition="in" filter="fade">
                                      <p:cBhvr>
                                        <p:cTn id="34" dur="1000"/>
                                        <p:tgtEl>
                                          <p:spTgt spid="26">
                                            <p:txEl>
                                              <p:pRg st="5" end="5"/>
                                            </p:txEl>
                                          </p:spTgt>
                                        </p:tgtEl>
                                      </p:cBhvr>
                                    </p:animEffect>
                                    <p:anim calcmode="lin" valueType="num">
                                      <p:cBhvr>
                                        <p:cTn id="35"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26">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6">
                                            <p:txEl>
                                              <p:pRg st="6" end="6"/>
                                            </p:txEl>
                                          </p:spTgt>
                                        </p:tgtEl>
                                        <p:attrNameLst>
                                          <p:attrName>style.visibility</p:attrName>
                                        </p:attrNameLst>
                                      </p:cBhvr>
                                      <p:to>
                                        <p:strVal val="visible"/>
                                      </p:to>
                                    </p:set>
                                    <p:animEffect transition="in" filter="fade">
                                      <p:cBhvr>
                                        <p:cTn id="39" dur="1000"/>
                                        <p:tgtEl>
                                          <p:spTgt spid="26">
                                            <p:txEl>
                                              <p:pRg st="6" end="6"/>
                                            </p:txEl>
                                          </p:spTgt>
                                        </p:tgtEl>
                                      </p:cBhvr>
                                    </p:animEffect>
                                    <p:anim calcmode="lin" valueType="num">
                                      <p:cBhvr>
                                        <p:cTn id="40"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26">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6">
                                            <p:txEl>
                                              <p:pRg st="7" end="7"/>
                                            </p:txEl>
                                          </p:spTgt>
                                        </p:tgtEl>
                                        <p:attrNameLst>
                                          <p:attrName>style.visibility</p:attrName>
                                        </p:attrNameLst>
                                      </p:cBhvr>
                                      <p:to>
                                        <p:strVal val="visible"/>
                                      </p:to>
                                    </p:set>
                                    <p:animEffect transition="in" filter="fade">
                                      <p:cBhvr>
                                        <p:cTn id="44" dur="1000"/>
                                        <p:tgtEl>
                                          <p:spTgt spid="26">
                                            <p:txEl>
                                              <p:pRg st="7" end="7"/>
                                            </p:txEl>
                                          </p:spTgt>
                                        </p:tgtEl>
                                      </p:cBhvr>
                                    </p:animEffect>
                                    <p:anim calcmode="lin" valueType="num">
                                      <p:cBhvr>
                                        <p:cTn id="45" dur="1000" fill="hold"/>
                                        <p:tgtEl>
                                          <p:spTgt spid="26">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26">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6">
                                            <p:txEl>
                                              <p:pRg st="8" end="8"/>
                                            </p:txEl>
                                          </p:spTgt>
                                        </p:tgtEl>
                                        <p:attrNameLst>
                                          <p:attrName>style.visibility</p:attrName>
                                        </p:attrNameLst>
                                      </p:cBhvr>
                                      <p:to>
                                        <p:strVal val="visible"/>
                                      </p:to>
                                    </p:set>
                                    <p:animEffect transition="in" filter="fade">
                                      <p:cBhvr>
                                        <p:cTn id="49" dur="1000"/>
                                        <p:tgtEl>
                                          <p:spTgt spid="26">
                                            <p:txEl>
                                              <p:pRg st="8" end="8"/>
                                            </p:txEl>
                                          </p:spTgt>
                                        </p:tgtEl>
                                      </p:cBhvr>
                                    </p:animEffect>
                                    <p:anim calcmode="lin" valueType="num">
                                      <p:cBhvr>
                                        <p:cTn id="50" dur="1000" fill="hold"/>
                                        <p:tgtEl>
                                          <p:spTgt spid="26">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2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1D4BBE-04E4-1671-CE4A-035C301FB027}"/>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48AC015C-0BDF-007C-E841-D7F5868EEF7B}"/>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4</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3195E03C-C15B-7A58-8A15-20D1931B1E6B}"/>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99A1F211-2EA7-8418-8425-F31A92F34307}"/>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1D11C945-CDCB-41BC-82F2-0D71C1FCCCD0}"/>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B9D9DD18-DEBA-4BBD-B8FD-4507DC5F900A}"/>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E4D1BE67-3E0D-EB8C-7919-7BAB0E6D3C4C}"/>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2B85721C-7E29-8E0F-639D-BE6F34FE18F5}"/>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4</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DD84E99E-6061-07FF-3327-8BC3769770F3}"/>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691B155D-ED27-6264-BCAC-5881FA20C078}"/>
              </a:ext>
            </a:extLst>
          </p:cNvPr>
          <p:cNvSpPr txBox="1">
            <a:spLocks noGrp="1"/>
          </p:cNvSpPr>
          <p:nvPr/>
        </p:nvSpPr>
        <p:spPr bwMode="auto">
          <a:xfrm>
            <a:off x="209569" y="6491303"/>
            <a:ext cx="4918445"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7F0ECDC7-A974-23ED-67B9-6464ACE65573}"/>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graphicFrame>
        <p:nvGraphicFramePr>
          <p:cNvPr id="2" name="Tableau 1">
            <a:extLst>
              <a:ext uri="{FF2B5EF4-FFF2-40B4-BE49-F238E27FC236}">
                <a16:creationId xmlns:a16="http://schemas.microsoft.com/office/drawing/2014/main" id="{E13F60EF-7879-CC70-1F53-C34F65337E27}"/>
              </a:ext>
            </a:extLst>
          </p:cNvPr>
          <p:cNvGraphicFramePr>
            <a:graphicFrameLocks noGrp="1"/>
          </p:cNvGraphicFramePr>
          <p:nvPr>
            <p:extLst>
              <p:ext uri="{D42A27DB-BD31-4B8C-83A1-F6EECF244321}">
                <p14:modId xmlns:p14="http://schemas.microsoft.com/office/powerpoint/2010/main" val="116666130"/>
              </p:ext>
            </p:extLst>
          </p:nvPr>
        </p:nvGraphicFramePr>
        <p:xfrm>
          <a:off x="2" y="-27384"/>
          <a:ext cx="9144002" cy="40640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663079">
                  <a:extLst>
                    <a:ext uri="{9D8B030D-6E8A-4147-A177-3AD203B41FA5}">
                      <a16:colId xmlns:a16="http://schemas.microsoft.com/office/drawing/2014/main" val="20001"/>
                    </a:ext>
                  </a:extLst>
                </a:gridCol>
                <a:gridCol w="2232247">
                  <a:extLst>
                    <a:ext uri="{9D8B030D-6E8A-4147-A177-3AD203B41FA5}">
                      <a16:colId xmlns:a16="http://schemas.microsoft.com/office/drawing/2014/main" val="20002"/>
                    </a:ext>
                  </a:extLst>
                </a:gridCol>
                <a:gridCol w="1591076">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06400">
                <a:tc>
                  <a:txBody>
                    <a:bodyPr/>
                    <a:lstStyle/>
                    <a:p>
                      <a:pPr algn="ctr"/>
                      <a:r>
                        <a:rPr lang="fr-FR" sz="1500" dirty="0">
                          <a:solidFill>
                            <a:schemeClr val="accent1"/>
                          </a:solidFill>
                        </a:rPr>
                        <a:t>Introduction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Etat de l’art</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sp>
        <p:nvSpPr>
          <p:cNvPr id="26" name="Text Box 31">
            <a:extLst>
              <a:ext uri="{FF2B5EF4-FFF2-40B4-BE49-F238E27FC236}">
                <a16:creationId xmlns:a16="http://schemas.microsoft.com/office/drawing/2014/main" id="{52926552-FB0E-454A-C601-ED7F4BA8B008}"/>
              </a:ext>
            </a:extLst>
          </p:cNvPr>
          <p:cNvSpPr txBox="1">
            <a:spLocks noChangeArrowheads="1"/>
          </p:cNvSpPr>
          <p:nvPr/>
        </p:nvSpPr>
        <p:spPr bwMode="auto">
          <a:xfrm>
            <a:off x="565807" y="762019"/>
            <a:ext cx="8582027" cy="5539978"/>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Contexte &amp;</a:t>
            </a:r>
            <a:r>
              <a:rPr lang="fr-FR" sz="2000" dirty="0">
                <a:latin typeface="Times New Roman" panose="02020603050405020304" pitchFamily="18" charset="0"/>
                <a:cs typeface="Times New Roman" panose="02020603050405020304" pitchFamily="18" charset="0"/>
              </a:rPr>
              <a:t> </a:t>
            </a:r>
            <a:r>
              <a:rPr lang="fr-FR" sz="2000" b="1" dirty="0">
                <a:solidFill>
                  <a:schemeClr val="tx2"/>
                </a:solidFill>
                <a:latin typeface="Times New Roman" panose="02020603050405020304" pitchFamily="18" charset="0"/>
                <a:cs typeface="Times New Roman" panose="02020603050405020304" pitchFamily="18" charset="0"/>
              </a:rPr>
              <a:t>Problématique </a:t>
            </a:r>
            <a:r>
              <a:rPr lang="fr-FR" sz="2400" b="1" dirty="0">
                <a:solidFill>
                  <a:schemeClr val="tx2"/>
                </a:solidFill>
                <a:latin typeface="Arial" charset="0"/>
              </a:rPr>
              <a:t>: </a:t>
            </a:r>
            <a:r>
              <a:rPr lang="fr-FR" sz="2000" b="1" dirty="0">
                <a:solidFill>
                  <a:schemeClr val="tx2"/>
                </a:solidFill>
                <a:latin typeface="Times New Roman" panose="02020603050405020304" pitchFamily="18" charset="0"/>
                <a:cs typeface="Times New Roman" panose="02020603050405020304" pitchFamily="18" charset="0"/>
              </a:rPr>
              <a:t>Les limites des défenses actuelles</a:t>
            </a: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lvl="4">
              <a:spcBef>
                <a:spcPct val="50000"/>
              </a:spcBef>
              <a:buClr>
                <a:schemeClr val="tx2"/>
              </a:buClr>
            </a:pPr>
            <a:r>
              <a:rPr lang="fr-FR" sz="2000" dirty="0"/>
              <a:t>Fig. 1.2 statistique injection SQL sur OWASP</a:t>
            </a:r>
          </a:p>
          <a:p>
            <a:pPr lvl="4">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pic>
        <p:nvPicPr>
          <p:cNvPr id="3082" name="Picture 10" descr="OWASP Top 10 2025 Updates: Supply Chain, Secrets, And ...">
            <a:extLst>
              <a:ext uri="{FF2B5EF4-FFF2-40B4-BE49-F238E27FC236}">
                <a16:creationId xmlns:a16="http://schemas.microsoft.com/office/drawing/2014/main" id="{A122ABC5-ADFE-C4F0-CA71-6F887B1B34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63216" y="1614835"/>
            <a:ext cx="5733256" cy="352839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wasp Logo Flat2 Icon &lt; Cydrill Software Security">
            <a:extLst>
              <a:ext uri="{FF2B5EF4-FFF2-40B4-BE49-F238E27FC236}">
                <a16:creationId xmlns:a16="http://schemas.microsoft.com/office/drawing/2014/main" id="{47054179-55CB-2236-38B9-C4EBF25826E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170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82"/>
                                        </p:tgtEl>
                                        <p:attrNameLst>
                                          <p:attrName>style.visibility</p:attrName>
                                        </p:attrNameLst>
                                      </p:cBhvr>
                                      <p:to>
                                        <p:strVal val="visible"/>
                                      </p:to>
                                    </p:set>
                                    <p:animEffect transition="in" filter="fade">
                                      <p:cBhvr>
                                        <p:cTn id="7" dur="1000"/>
                                        <p:tgtEl>
                                          <p:spTgt spid="3082"/>
                                        </p:tgtEl>
                                      </p:cBhvr>
                                    </p:animEffect>
                                    <p:anim calcmode="lin" valueType="num">
                                      <p:cBhvr>
                                        <p:cTn id="8" dur="1000" fill="hold"/>
                                        <p:tgtEl>
                                          <p:spTgt spid="3082"/>
                                        </p:tgtEl>
                                        <p:attrNameLst>
                                          <p:attrName>ppt_x</p:attrName>
                                        </p:attrNameLst>
                                      </p:cBhvr>
                                      <p:tavLst>
                                        <p:tav tm="0">
                                          <p:val>
                                            <p:strVal val="#ppt_x"/>
                                          </p:val>
                                        </p:tav>
                                        <p:tav tm="100000">
                                          <p:val>
                                            <p:strVal val="#ppt_x"/>
                                          </p:val>
                                        </p:tav>
                                      </p:tavLst>
                                    </p:anim>
                                    <p:anim calcmode="lin" valueType="num">
                                      <p:cBhvr>
                                        <p:cTn id="9" dur="1000" fill="hold"/>
                                        <p:tgtEl>
                                          <p:spTgt spid="308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6">
                                            <p:txEl>
                                              <p:pRg st="10" end="10"/>
                                            </p:txEl>
                                          </p:spTgt>
                                        </p:tgtEl>
                                        <p:attrNameLst>
                                          <p:attrName>style.visibility</p:attrName>
                                        </p:attrNameLst>
                                      </p:cBhvr>
                                      <p:to>
                                        <p:strVal val="visible"/>
                                      </p:to>
                                    </p:set>
                                    <p:animEffect transition="in" filter="fade">
                                      <p:cBhvr>
                                        <p:cTn id="12" dur="1000"/>
                                        <p:tgtEl>
                                          <p:spTgt spid="26">
                                            <p:txEl>
                                              <p:pRg st="10" end="10"/>
                                            </p:txEl>
                                          </p:spTgt>
                                        </p:tgtEl>
                                      </p:cBhvr>
                                    </p:animEffect>
                                    <p:anim calcmode="lin" valueType="num">
                                      <p:cBhvr>
                                        <p:cTn id="13" dur="1000" fill="hold"/>
                                        <p:tgtEl>
                                          <p:spTgt spid="26">
                                            <p:txEl>
                                              <p:pRg st="10" end="10"/>
                                            </p:txEl>
                                          </p:spTgt>
                                        </p:tgtEl>
                                        <p:attrNameLst>
                                          <p:attrName>ppt_x</p:attrName>
                                        </p:attrNameLst>
                                      </p:cBhvr>
                                      <p:tavLst>
                                        <p:tav tm="0">
                                          <p:val>
                                            <p:strVal val="#ppt_x"/>
                                          </p:val>
                                        </p:tav>
                                        <p:tav tm="100000">
                                          <p:val>
                                            <p:strVal val="#ppt_x"/>
                                          </p:val>
                                        </p:tav>
                                      </p:tavLst>
                                    </p:anim>
                                    <p:anim calcmode="lin" valueType="num">
                                      <p:cBhvr>
                                        <p:cTn id="14" dur="1000" fill="hold"/>
                                        <p:tgtEl>
                                          <p:spTgt spid="2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EEAA4-7B52-42C0-C484-36207DB670E5}"/>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DAB55BC4-2D42-D649-0B4F-070E5456DA1A}"/>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5</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36BBA95B-ECB5-BF7B-2B0E-2EE035B8E6B8}"/>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3AF9B371-3D07-21A3-DDB2-A6A047664B58}"/>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0FCC95B7-3711-33F1-7C64-88812A5955B1}"/>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184F5D54-82D5-9525-263A-E999153C6FE6}"/>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9BF7DFC2-2E9A-DBE7-17A5-1FEF6D935B82}"/>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D791D828-CD13-03D5-4456-D0CAA5756E49}"/>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5</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65D465A0-8C41-D554-443A-A913EDAB955C}"/>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6586B4E7-122E-C0EC-825D-4ECA751EC1F4}"/>
              </a:ext>
            </a:extLst>
          </p:cNvPr>
          <p:cNvSpPr txBox="1">
            <a:spLocks noGrp="1"/>
          </p:cNvSpPr>
          <p:nvPr/>
        </p:nvSpPr>
        <p:spPr bwMode="auto">
          <a:xfrm>
            <a:off x="209552" y="6491303"/>
            <a:ext cx="4794496"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A56544E7-8400-691C-2069-E9433CB73FF9}"/>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graphicFrame>
        <p:nvGraphicFramePr>
          <p:cNvPr id="2" name="Tableau 1">
            <a:extLst>
              <a:ext uri="{FF2B5EF4-FFF2-40B4-BE49-F238E27FC236}">
                <a16:creationId xmlns:a16="http://schemas.microsoft.com/office/drawing/2014/main" id="{21213FC5-2B2F-46AE-B857-9594C985AF83}"/>
              </a:ext>
            </a:extLst>
          </p:cNvPr>
          <p:cNvGraphicFramePr>
            <a:graphicFrameLocks noGrp="1"/>
          </p:cNvGraphicFramePr>
          <p:nvPr>
            <p:extLst>
              <p:ext uri="{D42A27DB-BD31-4B8C-83A1-F6EECF244321}">
                <p14:modId xmlns:p14="http://schemas.microsoft.com/office/powerpoint/2010/main" val="4133984779"/>
              </p:ext>
            </p:extLst>
          </p:nvPr>
        </p:nvGraphicFramePr>
        <p:xfrm>
          <a:off x="2" y="-27384"/>
          <a:ext cx="9144002"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210543">
                  <a:extLst>
                    <a:ext uri="{9D8B030D-6E8A-4147-A177-3AD203B41FA5}">
                      <a16:colId xmlns:a16="http://schemas.microsoft.com/office/drawing/2014/main" val="20002"/>
                    </a:ext>
                  </a:extLst>
                </a:gridCol>
                <a:gridCol w="1447059">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accent1"/>
                          </a:solidFill>
                        </a:rPr>
                        <a:t>Introduction</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solidFill>
                            <a:schemeClr val="bg1"/>
                          </a:solidFill>
                        </a:rPr>
                        <a:t>Etat de l’art</a:t>
                      </a:r>
                    </a:p>
                  </a:txBody>
                  <a:tcPr/>
                </a:tc>
                <a:tc>
                  <a:txBody>
                    <a:bodyPr/>
                    <a:lstStyle/>
                    <a:p>
                      <a:pPr algn="ctr" rtl="0" eaLnBrk="1" fontAlgn="auto" latinLnBrk="0" hangingPunct="1"/>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mc:AlternateContent xmlns:mc="http://schemas.openxmlformats.org/markup-compatibility/2006" xmlns:a14="http://schemas.microsoft.com/office/drawing/2010/main">
        <mc:Choice Requires="a14">
          <p:sp>
            <p:nvSpPr>
              <p:cNvPr id="26" name="Text Box 31">
                <a:extLst>
                  <a:ext uri="{FF2B5EF4-FFF2-40B4-BE49-F238E27FC236}">
                    <a16:creationId xmlns:a16="http://schemas.microsoft.com/office/drawing/2014/main" id="{A01526F5-144B-413F-B84E-AF04076BCC21}"/>
                  </a:ext>
                </a:extLst>
              </p:cNvPr>
              <p:cNvSpPr txBox="1">
                <a:spLocks noChangeArrowheads="1"/>
              </p:cNvSpPr>
              <p:nvPr/>
            </p:nvSpPr>
            <p:spPr bwMode="auto">
              <a:xfrm>
                <a:off x="127491" y="760814"/>
                <a:ext cx="8582027" cy="5625194"/>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Objectifs &amp; Hypothèses : Vers une défense intelligente</a:t>
                </a:r>
              </a:p>
              <a:p>
                <a:pPr marL="342874" indent="-342874">
                  <a:spcBef>
                    <a:spcPct val="50000"/>
                  </a:spcBef>
                  <a:buClr>
                    <a:schemeClr val="tx2"/>
                  </a:buClr>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Objectif Principal :</a:t>
                </a:r>
              </a:p>
              <a:p>
                <a:pPr marL="714321" indent="-350814">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Développer un middleware de sécurité capable de transformer une application vulnérable en un système résilient et auto-protecteur.</a:t>
                </a:r>
              </a:p>
              <a:p>
                <a:pPr marL="363514" indent="-363514">
                  <a:spcBef>
                    <a:spcPct val="50000"/>
                  </a:spcBef>
                  <a:buClr>
                    <a:schemeClr val="tx2"/>
                  </a:buClr>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Objectifs Spécifiques (Les 3 piliers) :</a:t>
                </a:r>
              </a:p>
              <a:p>
                <a:pPr marL="714321" indent="-350814">
                  <a:spcBef>
                    <a:spcPct val="50000"/>
                  </a:spcBef>
                  <a:buClr>
                    <a:schemeClr val="tx2"/>
                  </a:buClr>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Hybridation</a:t>
                </a:r>
                <a:r>
                  <a:rPr lang="fr-FR" sz="2000" dirty="0">
                    <a:latin typeface="Times New Roman" panose="02020603050405020304" pitchFamily="18" charset="0"/>
                    <a:cs typeface="Times New Roman" panose="02020603050405020304" pitchFamily="18" charset="0"/>
                  </a:rPr>
                  <a:t>: Coupler l'analyse heuristique (vitesse) et le Machine Learning (profondeur).</a:t>
                </a:r>
              </a:p>
              <a:p>
                <a:pPr marL="714321" indent="-350814">
                  <a:spcBef>
                    <a:spcPct val="50000"/>
                  </a:spcBef>
                  <a:buClr>
                    <a:schemeClr val="tx2"/>
                  </a:buClr>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Fiabilité : </a:t>
                </a:r>
                <a:r>
                  <a:rPr lang="fr-FR" sz="2000" dirty="0">
                    <a:latin typeface="Times New Roman" panose="02020603050405020304" pitchFamily="18" charset="0"/>
                    <a:cs typeface="Times New Roman" panose="02020603050405020304" pitchFamily="18" charset="0"/>
                  </a:rPr>
                  <a:t>Atteindre une précision maximale avec un taux de faux positifs &lt; 1%</a:t>
                </a:r>
              </a:p>
              <a:p>
                <a:pPr marL="714321" indent="-350814">
                  <a:spcBef>
                    <a:spcPct val="50000"/>
                  </a:spcBef>
                  <a:buClr>
                    <a:schemeClr val="tx2"/>
                  </a:buClr>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Performance</a:t>
                </a:r>
                <a:r>
                  <a:rPr lang="fr-FR" sz="2000" b="1" dirty="0"/>
                  <a:t> :</a:t>
                </a:r>
                <a:r>
                  <a:rPr lang="fr-FR" sz="2000" dirty="0"/>
                  <a:t> </a:t>
                </a:r>
                <a:r>
                  <a:rPr lang="fr-FR" sz="2000" dirty="0">
                    <a:latin typeface="Times New Roman" panose="02020603050405020304" pitchFamily="18" charset="0"/>
                    <a:cs typeface="Times New Roman" panose="02020603050405020304" pitchFamily="18" charset="0"/>
                  </a:rPr>
                  <a:t>Garantir une latence d'inférence infra-milliseconde</a:t>
                </a:r>
                <a:r>
                  <a:rPr lang="fr-FR" sz="2000" dirty="0"/>
                  <a:t>.</a:t>
                </a:r>
              </a:p>
              <a:p>
                <a:pPr marL="363514" indent="-363514">
                  <a:spcBef>
                    <a:spcPct val="50000"/>
                  </a:spcBef>
                  <a:buClr>
                    <a:schemeClr val="tx2"/>
                  </a:buClr>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Hypothèse de recherche :</a:t>
                </a:r>
              </a:p>
              <a:p>
                <a:pPr marL="714321" indent="-350814">
                  <a:spcBef>
                    <a:spcPct val="50000"/>
                  </a:spcBef>
                  <a:buClr>
                    <a:schemeClr val="tx2"/>
                  </a:buClr>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L’utilisation d’un vecteur de caractéristiques sémantiques </a:t>
                </a:r>
                <a14:m>
                  <m:oMath xmlns:m="http://schemas.openxmlformats.org/officeDocument/2006/math">
                    <m:r>
                      <a:rPr lang="fr-FR" sz="2000" dirty="0">
                        <a:latin typeface="Cambria Math" panose="02040503050406030204" pitchFamily="18" charset="0"/>
                        <a:cs typeface="Times New Roman" panose="02020603050405020304" pitchFamily="18" charset="0"/>
                      </a:rPr>
                      <m:t>𝜙</m:t>
                    </m:r>
                    <m:d>
                      <m:dPr>
                        <m:ctrlPr>
                          <a:rPr lang="fr-FR" sz="2000" i="1" dirty="0">
                            <a:latin typeface="Cambria Math" panose="02040503050406030204" pitchFamily="18" charset="0"/>
                            <a:cs typeface="Times New Roman" panose="02020603050405020304" pitchFamily="18" charset="0"/>
                          </a:rPr>
                        </m:ctrlPr>
                      </m:dPr>
                      <m:e>
                        <m:r>
                          <a:rPr lang="fr-FR" sz="2000" dirty="0">
                            <a:latin typeface="Cambria Math" panose="02040503050406030204" pitchFamily="18" charset="0"/>
                            <a:cs typeface="Times New Roman" panose="02020603050405020304" pitchFamily="18" charset="0"/>
                          </a:rPr>
                          <m:t>𝑹</m:t>
                        </m:r>
                      </m:e>
                    </m:d>
                    <m:r>
                      <a:rPr lang="fr-FR" sz="2000" dirty="0">
                        <a:latin typeface="Cambria Math" panose="02040503050406030204" pitchFamily="18" charset="0"/>
                        <a:cs typeface="Times New Roman" panose="02020603050405020304" pitchFamily="18" charset="0"/>
                      </a:rPr>
                      <m:t>  </m:t>
                    </m:r>
                    <m:r>
                      <a:rPr lang="fr-FR" sz="2000" i="1" dirty="0">
                        <a:latin typeface="Cambria Math" panose="02040503050406030204" pitchFamily="18" charset="0"/>
                        <a:cs typeface="Times New Roman" panose="02020603050405020304" pitchFamily="18" charset="0"/>
                      </a:rPr>
                      <m:t>𝑝𝑒𝑟𝑚𝑒𝑡</m:t>
                    </m:r>
                    <m:r>
                      <a:rPr lang="fr-FR" sz="2000" dirty="0">
                        <a:latin typeface="Cambria Math" panose="02040503050406030204" pitchFamily="18" charset="0"/>
                        <a:cs typeface="Times New Roman" panose="02020603050405020304" pitchFamily="18" charset="0"/>
                      </a:rPr>
                      <m:t> </m:t>
                    </m:r>
                    <m:r>
                      <a:rPr lang="fr-FR" sz="2000" i="1" dirty="0">
                        <a:latin typeface="Cambria Math" panose="02040503050406030204" pitchFamily="18" charset="0"/>
                        <a:cs typeface="Times New Roman" panose="02020603050405020304" pitchFamily="18" charset="0"/>
                      </a:rPr>
                      <m:t>𝑑𝑒</m:t>
                    </m:r>
                    <m:r>
                      <a:rPr lang="fr-FR" sz="2000" dirty="0">
                        <a:latin typeface="Cambria Math" panose="02040503050406030204" pitchFamily="18" charset="0"/>
                        <a:cs typeface="Times New Roman" panose="02020603050405020304" pitchFamily="18" charset="0"/>
                      </a:rPr>
                      <m:t> </m:t>
                    </m:r>
                    <m:r>
                      <a:rPr lang="fr-FR" sz="2000" i="1" dirty="0">
                        <a:latin typeface="Cambria Math" panose="02040503050406030204" pitchFamily="18" charset="0"/>
                        <a:cs typeface="Times New Roman" panose="02020603050405020304" pitchFamily="18" charset="0"/>
                      </a:rPr>
                      <m:t>𝑑𝑒𝑡𝑒𝑐𝑡𝑒𝑟</m:t>
                    </m:r>
                    <m:r>
                      <a:rPr lang="fr-FR" sz="2000" dirty="0">
                        <a:latin typeface="Cambria Math" panose="02040503050406030204" pitchFamily="18" charset="0"/>
                        <a:cs typeface="Times New Roman" panose="02020603050405020304" pitchFamily="18" charset="0"/>
                      </a:rPr>
                      <m:t> </m:t>
                    </m:r>
                    <m:r>
                      <a:rPr lang="fr-FR" sz="2000" i="1" dirty="0">
                        <a:latin typeface="Cambria Math" panose="02040503050406030204" pitchFamily="18" charset="0"/>
                        <a:cs typeface="Times New Roman" panose="02020603050405020304" pitchFamily="18" charset="0"/>
                      </a:rPr>
                      <m:t>𝑑𝑒𝑠</m:t>
                    </m:r>
                    <m:r>
                      <a:rPr lang="fr-FR" sz="2000" dirty="0">
                        <a:latin typeface="Cambria Math" panose="02040503050406030204" pitchFamily="18" charset="0"/>
                        <a:cs typeface="Times New Roman" panose="02020603050405020304" pitchFamily="18" charset="0"/>
                      </a:rPr>
                      <m:t> </m:t>
                    </m:r>
                    <m:r>
                      <a:rPr lang="fr-FR" sz="2000" i="1" dirty="0">
                        <a:latin typeface="Cambria Math" panose="02040503050406030204" pitchFamily="18" charset="0"/>
                        <a:cs typeface="Times New Roman" panose="02020603050405020304" pitchFamily="18" charset="0"/>
                      </a:rPr>
                      <m:t>𝑎𝑡𝑡𝑎𝑞𝑢𝑒𝑠</m:t>
                    </m:r>
                    <m:r>
                      <a:rPr lang="fr-FR" sz="2000" dirty="0">
                        <a:latin typeface="Cambria Math" panose="02040503050406030204" pitchFamily="18" charset="0"/>
                        <a:cs typeface="Times New Roman" panose="02020603050405020304" pitchFamily="18" charset="0"/>
                      </a:rPr>
                      <m:t> </m:t>
                    </m:r>
                    <m:r>
                      <a:rPr lang="fr-FR" sz="2000" i="1" dirty="0">
                        <a:latin typeface="Cambria Math" panose="02040503050406030204" pitchFamily="18" charset="0"/>
                        <a:cs typeface="Times New Roman" panose="02020603050405020304" pitchFamily="18" charset="0"/>
                      </a:rPr>
                      <m:t>𝑐𝑜𝑚𝑝𝑙𝑒𝑥𝑒𝑠</m:t>
                    </m:r>
                    <m:r>
                      <a:rPr lang="fr-FR" sz="2000" dirty="0">
                        <a:latin typeface="Cambria Math" panose="02040503050406030204" pitchFamily="18" charset="0"/>
                        <a:cs typeface="Times New Roman" panose="02020603050405020304" pitchFamily="18" charset="0"/>
                      </a:rPr>
                      <m:t> </m:t>
                    </m:r>
                    <m:d>
                      <m:dPr>
                        <m:ctrlPr>
                          <a:rPr lang="fr-FR" sz="2000" i="1" dirty="0">
                            <a:latin typeface="Cambria Math" panose="02040503050406030204" pitchFamily="18" charset="0"/>
                            <a:cs typeface="Times New Roman" panose="02020603050405020304" pitchFamily="18" charset="0"/>
                          </a:rPr>
                        </m:ctrlPr>
                      </m:dPr>
                      <m:e>
                        <m:r>
                          <a:rPr lang="fr-FR" sz="2000" i="1" dirty="0">
                            <a:latin typeface="Cambria Math" panose="02040503050406030204" pitchFamily="18" charset="0"/>
                            <a:cs typeface="Times New Roman" panose="02020603050405020304" pitchFamily="18" charset="0"/>
                          </a:rPr>
                          <m:t>𝑧𝑒𝑟𝑜</m:t>
                        </m:r>
                        <m:r>
                          <a:rPr lang="fr-FR" sz="2000" dirty="0">
                            <a:latin typeface="Cambria Math" panose="02040503050406030204" pitchFamily="18" charset="0"/>
                            <a:cs typeface="Times New Roman" panose="02020603050405020304" pitchFamily="18" charset="0"/>
                          </a:rPr>
                          <m:t>−</m:t>
                        </m:r>
                        <m:r>
                          <a:rPr lang="fr-FR" sz="2000" i="1" dirty="0">
                            <a:latin typeface="Cambria Math" panose="02040503050406030204" pitchFamily="18" charset="0"/>
                            <a:cs typeface="Times New Roman" panose="02020603050405020304" pitchFamily="18" charset="0"/>
                          </a:rPr>
                          <m:t>𝑑𝑎𝑦</m:t>
                        </m:r>
                      </m:e>
                    </m:d>
                    <m:r>
                      <m:rPr>
                        <m:nor/>
                      </m:rPr>
                      <a:rPr lang="fr-FR" sz="2000">
                        <a:latin typeface="Times New Roman" panose="02020603050405020304" pitchFamily="18" charset="0"/>
                        <a:cs typeface="Times New Roman" panose="02020603050405020304" pitchFamily="18" charset="0"/>
                      </a:rPr>
                      <m:t>que</m:t>
                    </m:r>
                    <m:r>
                      <m:rPr>
                        <m:nor/>
                      </m:rPr>
                      <a:rPr lang="fr-FR" sz="2000">
                        <a:latin typeface="Times New Roman" panose="02020603050405020304" pitchFamily="18" charset="0"/>
                        <a:cs typeface="Times New Roman" panose="02020603050405020304" pitchFamily="18" charset="0"/>
                      </a:rPr>
                      <m:t> </m:t>
                    </m:r>
                    <m:r>
                      <m:rPr>
                        <m:nor/>
                      </m:rPr>
                      <a:rPr lang="fr-FR" sz="2000">
                        <a:latin typeface="Times New Roman" panose="02020603050405020304" pitchFamily="18" charset="0"/>
                        <a:cs typeface="Times New Roman" panose="02020603050405020304" pitchFamily="18" charset="0"/>
                      </a:rPr>
                      <m:t>les</m:t>
                    </m:r>
                    <m:r>
                      <m:rPr>
                        <m:nor/>
                      </m:rPr>
                      <a:rPr lang="fr-FR" sz="2000">
                        <a:latin typeface="Times New Roman" panose="02020603050405020304" pitchFamily="18" charset="0"/>
                        <a:cs typeface="Times New Roman" panose="02020603050405020304" pitchFamily="18" charset="0"/>
                      </a:rPr>
                      <m:t> </m:t>
                    </m:r>
                    <m:r>
                      <m:rPr>
                        <m:nor/>
                      </m:rPr>
                      <a:rPr lang="fr-FR" sz="2000">
                        <a:latin typeface="Times New Roman" panose="02020603050405020304" pitchFamily="18" charset="0"/>
                        <a:cs typeface="Times New Roman" panose="02020603050405020304" pitchFamily="18" charset="0"/>
                      </a:rPr>
                      <m:t>signatures</m:t>
                    </m:r>
                    <m:r>
                      <m:rPr>
                        <m:nor/>
                      </m:rPr>
                      <a:rPr lang="fr-FR" sz="2000">
                        <a:latin typeface="Times New Roman" panose="02020603050405020304" pitchFamily="18" charset="0"/>
                        <a:cs typeface="Times New Roman" panose="02020603050405020304" pitchFamily="18" charset="0"/>
                      </a:rPr>
                      <m:t> </m:t>
                    </m:r>
                    <m:r>
                      <m:rPr>
                        <m:nor/>
                      </m:rPr>
                      <a:rPr lang="fr-FR" sz="2000">
                        <a:latin typeface="Times New Roman" panose="02020603050405020304" pitchFamily="18" charset="0"/>
                        <a:cs typeface="Times New Roman" panose="02020603050405020304" pitchFamily="18" charset="0"/>
                      </a:rPr>
                      <m:t>statiques</m:t>
                    </m:r>
                    <m:r>
                      <m:rPr>
                        <m:nor/>
                      </m:rPr>
                      <a:rPr lang="fr-FR" sz="2000">
                        <a:latin typeface="Times New Roman" panose="02020603050405020304" pitchFamily="18" charset="0"/>
                        <a:cs typeface="Times New Roman" panose="02020603050405020304" pitchFamily="18" charset="0"/>
                      </a:rPr>
                      <m:t> </m:t>
                    </m:r>
                    <m:r>
                      <m:rPr>
                        <m:nor/>
                      </m:rPr>
                      <a:rPr lang="fr-FR" sz="2000">
                        <a:latin typeface="Times New Roman" panose="02020603050405020304" pitchFamily="18" charset="0"/>
                        <a:cs typeface="Times New Roman" panose="02020603050405020304" pitchFamily="18" charset="0"/>
                      </a:rPr>
                      <m:t>ignorent</m:t>
                    </m:r>
                  </m:oMath>
                </a14:m>
                <a:endParaRPr lang="fr-FR" sz="2000" dirty="0">
                  <a:latin typeface="Times New Roman" panose="02020603050405020304" pitchFamily="18" charset="0"/>
                  <a:cs typeface="Times New Roman" panose="02020603050405020304" pitchFamily="18" charset="0"/>
                </a:endParaRPr>
              </a:p>
            </p:txBody>
          </p:sp>
        </mc:Choice>
        <mc:Fallback xmlns="">
          <p:sp>
            <p:nvSpPr>
              <p:cNvPr id="26" name="Text Box 31">
                <a:extLst>
                  <a:ext uri="{FF2B5EF4-FFF2-40B4-BE49-F238E27FC236}">
                    <a16:creationId xmlns:a16="http://schemas.microsoft.com/office/drawing/2014/main" id="{A01526F5-144B-413F-B84E-AF04076BCC21}"/>
                  </a:ext>
                </a:extLst>
              </p:cNvPr>
              <p:cNvSpPr txBox="1">
                <a:spLocks noRot="1" noChangeAspect="1" noMove="1" noResize="1" noEditPoints="1" noAdjustHandles="1" noChangeArrowheads="1" noChangeShapeType="1" noTextEdit="1"/>
              </p:cNvSpPr>
              <p:nvPr/>
            </p:nvSpPr>
            <p:spPr bwMode="auto">
              <a:xfrm>
                <a:off x="127491" y="760814"/>
                <a:ext cx="8582027" cy="5625194"/>
              </a:xfrm>
              <a:prstGeom prst="rect">
                <a:avLst/>
              </a:prstGeom>
              <a:blipFill>
                <a:blip r:embed="rId3"/>
                <a:stretch>
                  <a:fillRect l="-639" t="-650" b="-217"/>
                </a:stretch>
              </a:blipFill>
              <a:ln w="9525">
                <a:noFill/>
                <a:miter lim="800000"/>
                <a:headEnd/>
                <a:tailEnd/>
              </a:ln>
            </p:spPr>
            <p:txBody>
              <a:bodyPr/>
              <a:lstStyle/>
              <a:p>
                <a:r>
                  <a:rPr lang="fr-FR">
                    <a:noFill/>
                  </a:rPr>
                  <a:t> </a:t>
                </a:r>
              </a:p>
            </p:txBody>
          </p:sp>
        </mc:Fallback>
      </mc:AlternateContent>
      <p:pic>
        <p:nvPicPr>
          <p:cNvPr id="3" name="Picture 2" descr="Owasp Logo Flat2 Icon &lt; Cydrill Software Security">
            <a:extLst>
              <a:ext uri="{FF2B5EF4-FFF2-40B4-BE49-F238E27FC236}">
                <a16:creationId xmlns:a16="http://schemas.microsoft.com/office/drawing/2014/main" id="{A7D409C8-780C-56FF-F249-D4EC2F853D4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526497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1" end="1"/>
                                            </p:txEl>
                                          </p:spTgt>
                                        </p:tgtEl>
                                        <p:attrNameLst>
                                          <p:attrName>style.visibility</p:attrName>
                                        </p:attrNameLst>
                                      </p:cBhvr>
                                      <p:to>
                                        <p:strVal val="visible"/>
                                      </p:to>
                                    </p:set>
                                    <p:animEffect transition="in" filter="fade">
                                      <p:cBhvr>
                                        <p:cTn id="14" dur="1000"/>
                                        <p:tgtEl>
                                          <p:spTgt spid="26">
                                            <p:txEl>
                                              <p:pRg st="1" end="1"/>
                                            </p:txEl>
                                          </p:spTgt>
                                        </p:tgtEl>
                                      </p:cBhvr>
                                    </p:animEffect>
                                    <p:anim calcmode="lin" valueType="num">
                                      <p:cBhvr>
                                        <p:cTn id="15"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6">
                                            <p:txEl>
                                              <p:pRg st="2" end="2"/>
                                            </p:txEl>
                                          </p:spTgt>
                                        </p:tgtEl>
                                        <p:attrNameLst>
                                          <p:attrName>style.visibility</p:attrName>
                                        </p:attrNameLst>
                                      </p:cBhvr>
                                      <p:to>
                                        <p:strVal val="visible"/>
                                      </p:to>
                                    </p:set>
                                    <p:animEffect transition="in" filter="fade">
                                      <p:cBhvr>
                                        <p:cTn id="19" dur="1000"/>
                                        <p:tgtEl>
                                          <p:spTgt spid="26">
                                            <p:txEl>
                                              <p:pRg st="2" end="2"/>
                                            </p:txEl>
                                          </p:spTgt>
                                        </p:tgtEl>
                                      </p:cBhvr>
                                    </p:animEffect>
                                    <p:anim calcmode="lin" valueType="num">
                                      <p:cBhvr>
                                        <p:cTn id="20"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6">
                                            <p:txEl>
                                              <p:pRg st="3" end="3"/>
                                            </p:txEl>
                                          </p:spTgt>
                                        </p:tgtEl>
                                        <p:attrNameLst>
                                          <p:attrName>style.visibility</p:attrName>
                                        </p:attrNameLst>
                                      </p:cBhvr>
                                      <p:to>
                                        <p:strVal val="visible"/>
                                      </p:to>
                                    </p:set>
                                    <p:animEffect transition="in" filter="fade">
                                      <p:cBhvr>
                                        <p:cTn id="24" dur="1000"/>
                                        <p:tgtEl>
                                          <p:spTgt spid="26">
                                            <p:txEl>
                                              <p:pRg st="3" end="3"/>
                                            </p:txEl>
                                          </p:spTgt>
                                        </p:tgtEl>
                                      </p:cBhvr>
                                    </p:animEffect>
                                    <p:anim calcmode="lin" valueType="num">
                                      <p:cBhvr>
                                        <p:cTn id="25"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6">
                                            <p:txEl>
                                              <p:pRg st="4" end="4"/>
                                            </p:txEl>
                                          </p:spTgt>
                                        </p:tgtEl>
                                        <p:attrNameLst>
                                          <p:attrName>style.visibility</p:attrName>
                                        </p:attrNameLst>
                                      </p:cBhvr>
                                      <p:to>
                                        <p:strVal val="visible"/>
                                      </p:to>
                                    </p:set>
                                    <p:animEffect transition="in" filter="fade">
                                      <p:cBhvr>
                                        <p:cTn id="29" dur="1000"/>
                                        <p:tgtEl>
                                          <p:spTgt spid="26">
                                            <p:txEl>
                                              <p:pRg st="4" end="4"/>
                                            </p:txEl>
                                          </p:spTgt>
                                        </p:tgtEl>
                                      </p:cBhvr>
                                    </p:animEffect>
                                    <p:anim calcmode="lin" valueType="num">
                                      <p:cBhvr>
                                        <p:cTn id="30"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6">
                                            <p:txEl>
                                              <p:pRg st="5" end="5"/>
                                            </p:txEl>
                                          </p:spTgt>
                                        </p:tgtEl>
                                        <p:attrNameLst>
                                          <p:attrName>style.visibility</p:attrName>
                                        </p:attrNameLst>
                                      </p:cBhvr>
                                      <p:to>
                                        <p:strVal val="visible"/>
                                      </p:to>
                                    </p:set>
                                    <p:animEffect transition="in" filter="fade">
                                      <p:cBhvr>
                                        <p:cTn id="34" dur="1000"/>
                                        <p:tgtEl>
                                          <p:spTgt spid="26">
                                            <p:txEl>
                                              <p:pRg st="5" end="5"/>
                                            </p:txEl>
                                          </p:spTgt>
                                        </p:tgtEl>
                                      </p:cBhvr>
                                    </p:animEffect>
                                    <p:anim calcmode="lin" valueType="num">
                                      <p:cBhvr>
                                        <p:cTn id="35"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26">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6">
                                            <p:txEl>
                                              <p:pRg st="6" end="6"/>
                                            </p:txEl>
                                          </p:spTgt>
                                        </p:tgtEl>
                                        <p:attrNameLst>
                                          <p:attrName>style.visibility</p:attrName>
                                        </p:attrNameLst>
                                      </p:cBhvr>
                                      <p:to>
                                        <p:strVal val="visible"/>
                                      </p:to>
                                    </p:set>
                                    <p:animEffect transition="in" filter="fade">
                                      <p:cBhvr>
                                        <p:cTn id="39" dur="1000"/>
                                        <p:tgtEl>
                                          <p:spTgt spid="26">
                                            <p:txEl>
                                              <p:pRg st="6" end="6"/>
                                            </p:txEl>
                                          </p:spTgt>
                                        </p:tgtEl>
                                      </p:cBhvr>
                                    </p:animEffect>
                                    <p:anim calcmode="lin" valueType="num">
                                      <p:cBhvr>
                                        <p:cTn id="40"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26">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6">
                                            <p:txEl>
                                              <p:pRg st="7" end="7"/>
                                            </p:txEl>
                                          </p:spTgt>
                                        </p:tgtEl>
                                        <p:attrNameLst>
                                          <p:attrName>style.visibility</p:attrName>
                                        </p:attrNameLst>
                                      </p:cBhvr>
                                      <p:to>
                                        <p:strVal val="visible"/>
                                      </p:to>
                                    </p:set>
                                    <p:animEffect transition="in" filter="fade">
                                      <p:cBhvr>
                                        <p:cTn id="44" dur="1000"/>
                                        <p:tgtEl>
                                          <p:spTgt spid="26">
                                            <p:txEl>
                                              <p:pRg st="7" end="7"/>
                                            </p:txEl>
                                          </p:spTgt>
                                        </p:tgtEl>
                                      </p:cBhvr>
                                    </p:animEffect>
                                    <p:anim calcmode="lin" valueType="num">
                                      <p:cBhvr>
                                        <p:cTn id="45" dur="1000" fill="hold"/>
                                        <p:tgtEl>
                                          <p:spTgt spid="26">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26">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6">
                                            <p:txEl>
                                              <p:pRg st="8" end="8"/>
                                            </p:txEl>
                                          </p:spTgt>
                                        </p:tgtEl>
                                        <p:attrNameLst>
                                          <p:attrName>style.visibility</p:attrName>
                                        </p:attrNameLst>
                                      </p:cBhvr>
                                      <p:to>
                                        <p:strVal val="visible"/>
                                      </p:to>
                                    </p:set>
                                    <p:animEffect transition="in" filter="fade">
                                      <p:cBhvr>
                                        <p:cTn id="49" dur="1000"/>
                                        <p:tgtEl>
                                          <p:spTgt spid="26">
                                            <p:txEl>
                                              <p:pRg st="8" end="8"/>
                                            </p:txEl>
                                          </p:spTgt>
                                        </p:tgtEl>
                                      </p:cBhvr>
                                    </p:animEffect>
                                    <p:anim calcmode="lin" valueType="num">
                                      <p:cBhvr>
                                        <p:cTn id="50" dur="1000" fill="hold"/>
                                        <p:tgtEl>
                                          <p:spTgt spid="26">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2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E09C55-1727-E1E4-A918-0298A007F170}"/>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A96109FA-7490-9BBF-6A0B-E3C78B22A9F8}"/>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6</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99F548DA-C44F-8214-DDF2-4956B943BE2F}"/>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ED2B92CF-3BEA-4B69-628E-94C0977774A5}"/>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BD1850DE-134D-4F40-B251-2790907522AC}"/>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2570D096-1AEB-7000-7719-2CE609F738D9}"/>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D68328BC-DAB9-DCC2-B0AF-D923C7D2C2F5}"/>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1D75AA16-2B4C-1F7A-6DB9-B8B5937D7DA9}"/>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6</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08157757-A4CF-4D1A-FD67-09A7F5AB2C2A}"/>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0289F93B-C807-9FA0-54CB-5DCC89872B70}"/>
              </a:ext>
            </a:extLst>
          </p:cNvPr>
          <p:cNvSpPr txBox="1">
            <a:spLocks noGrp="1"/>
          </p:cNvSpPr>
          <p:nvPr/>
        </p:nvSpPr>
        <p:spPr bwMode="auto">
          <a:xfrm>
            <a:off x="209552" y="6491303"/>
            <a:ext cx="4650480"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37D85319-8379-3EB5-E763-A88ECE124235}"/>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CB552838-9CA0-D5BA-6714-6DBF2AD90BF0}"/>
              </a:ext>
            </a:extLst>
          </p:cNvPr>
          <p:cNvSpPr txBox="1">
            <a:spLocks noChangeArrowheads="1"/>
          </p:cNvSpPr>
          <p:nvPr/>
        </p:nvSpPr>
        <p:spPr bwMode="auto">
          <a:xfrm>
            <a:off x="127491" y="760813"/>
            <a:ext cx="8692995" cy="861774"/>
          </a:xfrm>
          <a:prstGeom prst="rect">
            <a:avLst/>
          </a:prstGeom>
          <a:noFill/>
          <a:ln w="9525">
            <a:noFill/>
            <a:miter lim="800000"/>
            <a:headEnd/>
            <a:tailEnd/>
          </a:ln>
        </p:spPr>
        <p:txBody>
          <a:bodyPr wrap="square" anchor="t">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Architecture Multi-tiers et Surface d’Exposition</a:t>
            </a: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72" name="Tableau 171"/>
          <p:cNvGraphicFramePr>
            <a:graphicFrameLocks noGrp="1"/>
          </p:cNvGraphicFramePr>
          <p:nvPr>
            <p:extLst>
              <p:ext uri="{D42A27DB-BD31-4B8C-83A1-F6EECF244321}">
                <p14:modId xmlns:p14="http://schemas.microsoft.com/office/powerpoint/2010/main" val="290964088"/>
              </p:ext>
            </p:extLst>
          </p:nvPr>
        </p:nvGraphicFramePr>
        <p:xfrm>
          <a:off x="2" y="-27384"/>
          <a:ext cx="9144002"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66527">
                  <a:extLst>
                    <a:ext uri="{9D8B030D-6E8A-4147-A177-3AD203B41FA5}">
                      <a16:colId xmlns:a16="http://schemas.microsoft.com/office/drawing/2014/main" val="20002"/>
                    </a:ext>
                  </a:extLst>
                </a:gridCol>
                <a:gridCol w="1591075">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E94EC205-C541-09C6-DCC7-7CEA3D78635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873BBEB1-2A00-DA9A-04A4-51631620974C}"/>
              </a:ext>
            </a:extLst>
          </p:cNvPr>
          <p:cNvSpPr txBox="1"/>
          <p:nvPr/>
        </p:nvSpPr>
        <p:spPr>
          <a:xfrm>
            <a:off x="-73220" y="1065443"/>
            <a:ext cx="3960440" cy="5727722"/>
          </a:xfrm>
          <a:prstGeom prst="rect">
            <a:avLst/>
          </a:prstGeom>
          <a:noFill/>
        </p:spPr>
        <p:txBody>
          <a:bodyPr wrap="square" rtlCol="0">
            <a:spAutoFit/>
          </a:bodyPr>
          <a:lstStyle/>
          <a:p>
            <a:pPr marL="342874" indent="-342874">
              <a:spcBef>
                <a:spcPct val="50000"/>
              </a:spcBef>
              <a:buClr>
                <a:schemeClr val="tx2"/>
              </a:buClr>
              <a:buFont typeface="Arial" panose="020B0604020202020204" pitchFamily="34" charset="0"/>
              <a:buChar char="•"/>
            </a:pPr>
            <a:r>
              <a:rPr lang="fr-FR" sz="1451" b="1" dirty="0">
                <a:solidFill>
                  <a:schemeClr val="tx2"/>
                </a:solidFill>
                <a:latin typeface="Times New Roman" panose="02020603050405020304" pitchFamily="18" charset="0"/>
                <a:cs typeface="Times New Roman" panose="02020603050405020304" pitchFamily="18" charset="0"/>
              </a:rPr>
              <a:t>Modèle de Référence (3-Tiers) : </a:t>
            </a:r>
            <a:r>
              <a:rPr lang="fr-FR" sz="1451" dirty="0">
                <a:latin typeface="Times New Roman" panose="02020603050405020304" pitchFamily="18" charset="0"/>
                <a:cs typeface="Times New Roman" panose="02020603050405020304" pitchFamily="18" charset="0"/>
              </a:rPr>
              <a:t>Découplage strict entre la couche Présentation (Frontend), la couche Logique Métier (Middleware/Backend) et la couche de Persistance (SGBD).</a:t>
            </a:r>
          </a:p>
          <a:p>
            <a:pPr marL="342874" indent="-342874">
              <a:spcBef>
                <a:spcPct val="50000"/>
              </a:spcBef>
              <a:buClr>
                <a:schemeClr val="tx2"/>
              </a:buClr>
              <a:buFont typeface="Arial" panose="020B0604020202020204" pitchFamily="34" charset="0"/>
              <a:buChar char="•"/>
            </a:pPr>
            <a:r>
              <a:rPr lang="fr-FR" sz="1451" b="1" dirty="0">
                <a:solidFill>
                  <a:schemeClr val="tx2"/>
                </a:solidFill>
                <a:latin typeface="Times New Roman" panose="02020603050405020304" pitchFamily="18" charset="0"/>
                <a:cs typeface="Times New Roman" panose="02020603050405020304" pitchFamily="18" charset="0"/>
              </a:rPr>
              <a:t>Couche d’Application (Serveur Web) : </a:t>
            </a:r>
            <a:r>
              <a:rPr lang="fr-FR" sz="1451" dirty="0">
                <a:latin typeface="Times New Roman" panose="02020603050405020304" pitchFamily="18" charset="0"/>
                <a:cs typeface="Times New Roman" panose="02020603050405020304" pitchFamily="18" charset="0"/>
              </a:rPr>
              <a:t>Point de traitement des requêtes HTTP/HTTPS où s’opère la transition entre les données non fiables (Input) et les instructions système.</a:t>
            </a:r>
          </a:p>
          <a:p>
            <a:pPr marL="342874" indent="-342874">
              <a:spcBef>
                <a:spcPct val="50000"/>
              </a:spcBef>
              <a:buClr>
                <a:schemeClr val="tx2"/>
              </a:buClr>
              <a:buFont typeface="Arial" panose="020B0604020202020204" pitchFamily="34" charset="0"/>
              <a:buChar char="•"/>
            </a:pPr>
            <a:r>
              <a:rPr lang="fr-FR" sz="1451" b="1" dirty="0">
                <a:solidFill>
                  <a:schemeClr val="tx2"/>
                </a:solidFill>
                <a:latin typeface="Times New Roman" panose="02020603050405020304" pitchFamily="18" charset="0"/>
                <a:cs typeface="Times New Roman" panose="02020603050405020304" pitchFamily="18" charset="0"/>
              </a:rPr>
              <a:t>Couche de Données (SGBD MySQL) </a:t>
            </a:r>
            <a:r>
              <a:rPr lang="fr-FR" sz="1451" dirty="0">
                <a:latin typeface="Times New Roman" panose="02020603050405020304" pitchFamily="18" charset="0"/>
                <a:cs typeface="Times New Roman" panose="02020603050405020304" pitchFamily="18" charset="0"/>
              </a:rPr>
              <a:t>: Moteur d’exécution SQL garantissant l’intégrité transactionnelle, mais dépendant de la validité syntaxique des requêtes reçues.</a:t>
            </a:r>
          </a:p>
          <a:p>
            <a:pPr marL="342874" indent="-342874">
              <a:spcBef>
                <a:spcPct val="50000"/>
              </a:spcBef>
              <a:buClr>
                <a:schemeClr val="tx2"/>
              </a:buClr>
              <a:buFont typeface="Arial" panose="020B0604020202020204" pitchFamily="34" charset="0"/>
              <a:buChar char="•"/>
            </a:pPr>
            <a:r>
              <a:rPr lang="fr-FR" sz="1451" b="1" dirty="0">
                <a:solidFill>
                  <a:schemeClr val="tx2"/>
                </a:solidFill>
                <a:latin typeface="Times New Roman" panose="02020603050405020304" pitchFamily="18" charset="0"/>
                <a:cs typeface="Times New Roman" panose="02020603050405020304" pitchFamily="18" charset="0"/>
              </a:rPr>
              <a:t>Vecteur de Communication </a:t>
            </a:r>
            <a:r>
              <a:rPr lang="fr-FR" sz="1451" b="1" dirty="0">
                <a:solidFill>
                  <a:schemeClr val="tx2"/>
                </a:solidFill>
              </a:rPr>
              <a:t>:</a:t>
            </a:r>
            <a:r>
              <a:rPr lang="fr-FR" sz="1451" dirty="0"/>
              <a:t> Utilisation de drivers (PDO/MySQLi) agissant comme interfaces de traduction entre le code applicatif et le langage SQ</a:t>
            </a:r>
            <a:r>
              <a:rPr lang="fr-FR" sz="1451" dirty="0">
                <a:latin typeface="Times New Roman" panose="02020603050405020304" pitchFamily="18" charset="0"/>
                <a:cs typeface="Times New Roman" panose="02020603050405020304" pitchFamily="18" charset="0"/>
              </a:rPr>
              <a:t>L.</a:t>
            </a:r>
          </a:p>
          <a:p>
            <a:pPr marL="342874" indent="-342874">
              <a:spcBef>
                <a:spcPct val="50000"/>
              </a:spcBef>
              <a:buClr>
                <a:schemeClr val="tx2"/>
              </a:buClr>
              <a:buFont typeface="Arial" panose="020B0604020202020204" pitchFamily="34" charset="0"/>
              <a:buChar char="•"/>
            </a:pPr>
            <a:r>
              <a:rPr lang="fr-FR" sz="1451" b="1" dirty="0">
                <a:solidFill>
                  <a:schemeClr val="tx2"/>
                </a:solidFill>
                <a:latin typeface="Times New Roman" panose="02020603050405020304" pitchFamily="18" charset="0"/>
                <a:cs typeface="Times New Roman" panose="02020603050405020304" pitchFamily="18" charset="0"/>
              </a:rPr>
              <a:t>Point de Rupture Sémantique : </a:t>
            </a:r>
            <a:r>
              <a:rPr lang="fr-FR" sz="1451" dirty="0">
                <a:latin typeface="Times New Roman" panose="02020603050405020304" pitchFamily="18" charset="0"/>
                <a:cs typeface="Times New Roman" panose="02020603050405020304" pitchFamily="18" charset="0"/>
              </a:rPr>
              <a:t>Identification du goulot d’étranglement sécuritaire lors de la construction dynamique des requêtes par concaténation de variables.</a:t>
            </a:r>
          </a:p>
          <a:p>
            <a:endParaRPr lang="fr-FR" dirty="0"/>
          </a:p>
        </p:txBody>
      </p:sp>
      <p:pic>
        <p:nvPicPr>
          <p:cNvPr id="4" name="Image 3">
            <a:extLst>
              <a:ext uri="{FF2B5EF4-FFF2-40B4-BE49-F238E27FC236}">
                <a16:creationId xmlns:a16="http://schemas.microsoft.com/office/drawing/2014/main" id="{0F36E900-AD0F-D461-7F15-DEA3A7E2464B}"/>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87235" y="1195659"/>
            <a:ext cx="4933251" cy="4985739"/>
          </a:xfrm>
          <a:prstGeom prst="rect">
            <a:avLst/>
          </a:prstGeom>
          <a:noFill/>
          <a:ln>
            <a:noFill/>
          </a:ln>
        </p:spPr>
      </p:pic>
    </p:spTree>
    <p:extLst>
      <p:ext uri="{BB962C8B-B14F-4D97-AF65-F5344CB8AC3E}">
        <p14:creationId xmlns:p14="http://schemas.microsoft.com/office/powerpoint/2010/main" val="1592506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Effect transition="in" filter="fade">
                                      <p:cBhvr>
                                        <p:cTn id="29" dur="1000"/>
                                        <p:tgtEl>
                                          <p:spTgt spid="3">
                                            <p:txEl>
                                              <p:pRg st="2" end="2"/>
                                            </p:txEl>
                                          </p:spTgt>
                                        </p:tgtEl>
                                      </p:cBhvr>
                                    </p:animEffect>
                                    <p:anim calcmode="lin" valueType="num">
                                      <p:cBhvr>
                                        <p:cTn id="30"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3">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3">
                                            <p:txEl>
                                              <p:pRg st="4" end="4"/>
                                            </p:txEl>
                                          </p:spTgt>
                                        </p:tgtEl>
                                        <p:attrNameLst>
                                          <p:attrName>style.visibility</p:attrName>
                                        </p:attrNameLst>
                                      </p:cBhvr>
                                      <p:to>
                                        <p:strVal val="visible"/>
                                      </p:to>
                                    </p:set>
                                    <p:animEffect transition="in" filter="fade">
                                      <p:cBhvr>
                                        <p:cTn id="39" dur="1000"/>
                                        <p:tgtEl>
                                          <p:spTgt spid="3">
                                            <p:txEl>
                                              <p:pRg st="4" end="4"/>
                                            </p:txEl>
                                          </p:spTgt>
                                        </p:tgtEl>
                                      </p:cBhvr>
                                    </p:animEffect>
                                    <p:anim calcmode="lin" valueType="num">
                                      <p:cBhvr>
                                        <p:cTn id="40"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01262D-07BA-D552-EEE5-274FD397859F}"/>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600369A0-01EA-CDB2-63DD-FC651FF9E092}"/>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7</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D83E62C1-58A8-1FCC-8D3E-B1417890B047}"/>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7D8D19A0-3F39-4539-A46F-646C0D30C413}"/>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47525008-CB66-3BCE-9D38-143A846437A1}"/>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1183FA59-F0EF-AECF-3AC1-378F79A216DE}"/>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342199AF-B1A7-DA4C-8DFD-FC1B91FC76B4}"/>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1064D948-562E-E861-D3B4-BC3AC06C42ED}"/>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7</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06F76886-9511-4F52-C423-2C082CE6CFD0}"/>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657B78EC-2DAD-F9F8-DF69-2FCE88B414E2}"/>
              </a:ext>
            </a:extLst>
          </p:cNvPr>
          <p:cNvSpPr txBox="1">
            <a:spLocks noGrp="1"/>
          </p:cNvSpPr>
          <p:nvPr/>
        </p:nvSpPr>
        <p:spPr bwMode="auto">
          <a:xfrm>
            <a:off x="209552" y="6491303"/>
            <a:ext cx="457847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9C18444F-51BF-7B94-02D7-73CD1D255997}"/>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BCDB37FA-8942-E7EF-4687-4C419A3EB34A}"/>
              </a:ext>
            </a:extLst>
          </p:cNvPr>
          <p:cNvSpPr txBox="1">
            <a:spLocks noChangeArrowheads="1"/>
          </p:cNvSpPr>
          <p:nvPr/>
        </p:nvSpPr>
        <p:spPr bwMode="auto">
          <a:xfrm>
            <a:off x="173079" y="1238764"/>
            <a:ext cx="4139595" cy="5081391"/>
          </a:xfrm>
          <a:prstGeom prst="rect">
            <a:avLst/>
          </a:prstGeom>
          <a:noFill/>
          <a:ln w="9525">
            <a:noFill/>
            <a:miter lim="800000"/>
            <a:headEnd/>
            <a:tailEnd/>
          </a:ln>
        </p:spPr>
        <p:txBody>
          <a:bodyPr vert="horz" wrap="square">
            <a:prstTxWarp prst="textNoShape">
              <a:avLst/>
            </a:prstTxWarp>
            <a:spAutoFit/>
          </a:bodyPr>
          <a:lstStyle/>
          <a:p>
            <a:pPr marL="342874" indent="-342874">
              <a:spcBef>
                <a:spcPct val="50000"/>
              </a:spcBef>
              <a:buClr>
                <a:schemeClr val="tx2"/>
              </a:buClr>
              <a:buFont typeface="Arial" panose="020B0604020202020204" pitchFamily="34" charset="0"/>
              <a:buChar char="•"/>
            </a:pPr>
            <a:r>
              <a:rPr lang="fr-FR" sz="1351" b="1" dirty="0">
                <a:solidFill>
                  <a:schemeClr val="tx2"/>
                </a:solidFill>
                <a:latin typeface="Times New Roman" panose="02020603050405020304" pitchFamily="18" charset="0"/>
                <a:cs typeface="Times New Roman" panose="02020603050405020304" pitchFamily="18" charset="0"/>
              </a:rPr>
              <a:t>Référentiel OWASP Top 10 : </a:t>
            </a:r>
            <a:r>
              <a:rPr lang="fr-FR" sz="1351" dirty="0"/>
              <a:t>Standard mondial identifiant les vulnérabilités les plus critiques pour les applications web modernes.</a:t>
            </a:r>
            <a:endParaRPr lang="fr-FR" sz="1351" b="1" dirty="0">
              <a:solidFill>
                <a:schemeClr val="tx2"/>
              </a:solidFill>
              <a:latin typeface="Times New Roman" panose="02020603050405020304" pitchFamily="18" charset="0"/>
              <a:cs typeface="Times New Roman" panose="02020603050405020304" pitchFamily="18" charset="0"/>
            </a:endParaRPr>
          </a:p>
          <a:p>
            <a:pPr marL="342874" indent="-342874">
              <a:spcBef>
                <a:spcPct val="50000"/>
              </a:spcBef>
              <a:buClr>
                <a:schemeClr val="tx2"/>
              </a:buClr>
              <a:buFont typeface="Arial" panose="020B0604020202020204" pitchFamily="34" charset="0"/>
              <a:buChar char="•"/>
            </a:pPr>
            <a:r>
              <a:rPr lang="fr-FR" sz="1351" b="1" dirty="0">
                <a:solidFill>
                  <a:schemeClr val="tx2"/>
                </a:solidFill>
                <a:latin typeface="Times New Roman" panose="02020603050405020304" pitchFamily="18" charset="0"/>
                <a:cs typeface="Times New Roman" panose="02020603050405020304" pitchFamily="18" charset="0"/>
              </a:rPr>
              <a:t>Source : OWASP Top 10 (2025) — Injection (réf. OWASP, 2025). : </a:t>
            </a:r>
            <a:r>
              <a:rPr lang="fr-FR" sz="1351" dirty="0"/>
              <a:t>Catégorie incluant les injections SQL, NoSQL et OS. Risque majeur d'exfiltration et de corruption de données.</a:t>
            </a:r>
          </a:p>
          <a:p>
            <a:pPr marL="342874" indent="-342874">
              <a:spcBef>
                <a:spcPct val="50000"/>
              </a:spcBef>
              <a:buClr>
                <a:schemeClr val="tx2"/>
              </a:buClr>
              <a:buFont typeface="Arial" panose="020B0604020202020204" pitchFamily="34" charset="0"/>
              <a:buChar char="•"/>
            </a:pPr>
            <a:r>
              <a:rPr lang="fr-FR" sz="1351" b="1" dirty="0">
                <a:solidFill>
                  <a:schemeClr val="tx2"/>
                </a:solidFill>
                <a:latin typeface="Times New Roman" panose="02020603050405020304" pitchFamily="18" charset="0"/>
                <a:cs typeface="Times New Roman" panose="02020603050405020304" pitchFamily="18" charset="0"/>
              </a:rPr>
              <a:t>Vecteurs Client-Side (XSS &amp; CSRF) : </a:t>
            </a:r>
            <a:r>
              <a:rPr lang="fr-FR" sz="1351" dirty="0"/>
              <a:t>Manipulation des scripts côté navigateur pour le vol de sessions (cookies) ou l'usurpation d'identité.</a:t>
            </a:r>
          </a:p>
          <a:p>
            <a:pPr marL="342874" indent="-342874">
              <a:spcBef>
                <a:spcPct val="50000"/>
              </a:spcBef>
              <a:buClr>
                <a:schemeClr val="tx2"/>
              </a:buClr>
              <a:buFont typeface="Arial" panose="020B0604020202020204" pitchFamily="34" charset="0"/>
              <a:buChar char="•"/>
            </a:pPr>
            <a:r>
              <a:rPr lang="fr-FR" sz="1351" b="1" dirty="0">
                <a:solidFill>
                  <a:schemeClr val="tx2"/>
                </a:solidFill>
                <a:latin typeface="Times New Roman" panose="02020603050405020304" pitchFamily="18" charset="0"/>
                <a:cs typeface="Times New Roman" panose="02020603050405020304" pitchFamily="18" charset="0"/>
              </a:rPr>
              <a:t>A01:2025-Broken Access Control : </a:t>
            </a:r>
            <a:r>
              <a:rPr lang="fr-FR" sz="1351" dirty="0"/>
              <a:t>Failles permettant un accès non autorisé à des fonctionnalités d'administration.</a:t>
            </a:r>
          </a:p>
          <a:p>
            <a:pPr marL="342874" indent="-342874">
              <a:spcBef>
                <a:spcPct val="50000"/>
              </a:spcBef>
              <a:buClr>
                <a:schemeClr val="tx2"/>
              </a:buClr>
              <a:buFont typeface="Arial" panose="020B0604020202020204" pitchFamily="34" charset="0"/>
              <a:buChar char="•"/>
            </a:pPr>
            <a:r>
              <a:rPr lang="fr-FR" sz="1351" b="1" dirty="0">
                <a:solidFill>
                  <a:schemeClr val="tx2"/>
                </a:solidFill>
                <a:latin typeface="Times New Roman" panose="02020603050405020304" pitchFamily="18" charset="0"/>
                <a:cs typeface="Times New Roman" panose="02020603050405020304" pitchFamily="18" charset="0"/>
              </a:rPr>
              <a:t>RCE (Remote Code Execution) : </a:t>
            </a:r>
            <a:r>
              <a:rPr lang="fr-FR" sz="1351" dirty="0"/>
              <a:t>Prise de contrôle totale du serveur par l'exécution de commandes système arbitraires.</a:t>
            </a:r>
          </a:p>
          <a:p>
            <a:pPr marL="342874" indent="-342874">
              <a:spcBef>
                <a:spcPct val="50000"/>
              </a:spcBef>
              <a:buClr>
                <a:schemeClr val="tx2"/>
              </a:buClr>
              <a:buFont typeface="Arial" panose="020B0604020202020204" pitchFamily="34" charset="0"/>
              <a:buChar char="•"/>
            </a:pPr>
            <a:r>
              <a:rPr lang="fr-FR" sz="1351" b="1" dirty="0">
                <a:solidFill>
                  <a:schemeClr val="tx2"/>
                </a:solidFill>
                <a:latin typeface="Times New Roman" panose="02020603050405020304" pitchFamily="18" charset="0"/>
                <a:cs typeface="Times New Roman" panose="02020603050405020304" pitchFamily="18" charset="0"/>
              </a:rPr>
              <a:t>Justification du Focus : </a:t>
            </a:r>
            <a:r>
              <a:rPr lang="fr-FR" sz="1351" dirty="0"/>
              <a:t>L'injection SQL demeure la menace n°1 en termes d'impact direct sur la confidentialité et l'intégrité des actifs stratégiques (BDD).</a:t>
            </a:r>
          </a:p>
          <a:p>
            <a:pPr algn="ctr">
              <a:spcBef>
                <a:spcPct val="50000"/>
              </a:spcBef>
              <a:buClr>
                <a:schemeClr val="tx2"/>
              </a:buClr>
            </a:pPr>
            <a:r>
              <a:rPr lang="en-US" sz="1351" b="1" dirty="0">
                <a:solidFill>
                  <a:schemeClr val="tx2"/>
                </a:solidFill>
                <a:latin typeface="Times New Roman" panose="02020603050405020304" pitchFamily="18" charset="0"/>
                <a:cs typeface="Times New Roman" panose="02020603050405020304" pitchFamily="18" charset="0"/>
              </a:rPr>
              <a:t>Source : OWASP Top 10 (2025).</a:t>
            </a:r>
          </a:p>
        </p:txBody>
      </p:sp>
      <p:graphicFrame>
        <p:nvGraphicFramePr>
          <p:cNvPr id="172" name="Tableau 171">
            <a:extLst>
              <a:ext uri="{FF2B5EF4-FFF2-40B4-BE49-F238E27FC236}">
                <a16:creationId xmlns:a16="http://schemas.microsoft.com/office/drawing/2014/main" id="{0AEF5046-9807-57AB-DEBD-30FB536478D1}"/>
              </a:ext>
            </a:extLst>
          </p:cNvPr>
          <p:cNvGraphicFramePr>
            <a:graphicFrameLocks noGrp="1"/>
          </p:cNvGraphicFramePr>
          <p:nvPr>
            <p:extLst>
              <p:ext uri="{D42A27DB-BD31-4B8C-83A1-F6EECF244321}">
                <p14:modId xmlns:p14="http://schemas.microsoft.com/office/powerpoint/2010/main" val="2362399841"/>
              </p:ext>
            </p:extLst>
          </p:nvPr>
        </p:nvGraphicFramePr>
        <p:xfrm>
          <a:off x="2" y="-27384"/>
          <a:ext cx="9276461" cy="670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61261">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70560">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056" name="Picture 8">
            <a:extLst>
              <a:ext uri="{FF2B5EF4-FFF2-40B4-BE49-F238E27FC236}">
                <a16:creationId xmlns:a16="http://schemas.microsoft.com/office/drawing/2014/main" id="{DCA4F0F6-5B64-AFF1-F945-6DA528D8F166}"/>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15104" y="1223691"/>
            <a:ext cx="4788024" cy="5021553"/>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Owasp Logo Flat2 Icon &lt; Cydrill Software Security">
            <a:extLst>
              <a:ext uri="{FF2B5EF4-FFF2-40B4-BE49-F238E27FC236}">
                <a16:creationId xmlns:a16="http://schemas.microsoft.com/office/drawing/2014/main" id="{DBEFD354-A55C-2ED3-6804-DAFDDB5EC72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17C7E56F-C7AE-B992-8F5E-7224A1C81C7F}"/>
              </a:ext>
            </a:extLst>
          </p:cNvPr>
          <p:cNvSpPr txBox="1"/>
          <p:nvPr/>
        </p:nvSpPr>
        <p:spPr>
          <a:xfrm>
            <a:off x="908958" y="548695"/>
            <a:ext cx="6975427" cy="646331"/>
          </a:xfrm>
          <a:prstGeom prst="rect">
            <a:avLst/>
          </a:prstGeom>
          <a:noFill/>
        </p:spPr>
        <p:txBody>
          <a:bodyPr wrap="square" rtlCol="0">
            <a:spAutoFit/>
          </a:bodyPr>
          <a:lstStyle/>
          <a:p>
            <a:pPr algn="ctr"/>
            <a:r>
              <a:rPr lang="fr-FR" b="1" dirty="0">
                <a:solidFill>
                  <a:schemeClr val="tx2"/>
                </a:solidFill>
                <a:latin typeface="Times New Roman" panose="02020603050405020304" pitchFamily="18" charset="0"/>
                <a:cs typeface="Times New Roman" panose="02020603050405020304" pitchFamily="18" charset="0"/>
              </a:rPr>
              <a:t>Panorama des Risques Sécuritaires : L’Écosystème des Menaces</a:t>
            </a:r>
          </a:p>
          <a:p>
            <a:pPr algn="ctr"/>
            <a:endParaRPr lang="fr-FR" dirty="0"/>
          </a:p>
        </p:txBody>
      </p:sp>
    </p:spTree>
    <p:extLst>
      <p:ext uri="{BB962C8B-B14F-4D97-AF65-F5344CB8AC3E}">
        <p14:creationId xmlns:p14="http://schemas.microsoft.com/office/powerpoint/2010/main" val="359001976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6"/>
                                        </p:tgtEl>
                                        <p:attrNameLst>
                                          <p:attrName>style.visibility</p:attrName>
                                        </p:attrNameLst>
                                      </p:cBhvr>
                                      <p:to>
                                        <p:strVal val="visible"/>
                                      </p:to>
                                    </p:set>
                                    <p:animEffect transition="in" filter="fade">
                                      <p:cBhvr>
                                        <p:cTn id="14" dur="1000"/>
                                        <p:tgtEl>
                                          <p:spTgt spid="26"/>
                                        </p:tgtEl>
                                      </p:cBhvr>
                                    </p:animEffect>
                                    <p:anim calcmode="lin" valueType="num">
                                      <p:cBhvr>
                                        <p:cTn id="15" dur="1000" fill="hold"/>
                                        <p:tgtEl>
                                          <p:spTgt spid="26"/>
                                        </p:tgtEl>
                                        <p:attrNameLst>
                                          <p:attrName>ppt_x</p:attrName>
                                        </p:attrNameLst>
                                      </p:cBhvr>
                                      <p:tavLst>
                                        <p:tav tm="0">
                                          <p:val>
                                            <p:strVal val="#ppt_x"/>
                                          </p:val>
                                        </p:tav>
                                        <p:tav tm="100000">
                                          <p:val>
                                            <p:strVal val="#ppt_x"/>
                                          </p:val>
                                        </p:tav>
                                      </p:tavLst>
                                    </p:anim>
                                    <p:anim calcmode="lin" valueType="num">
                                      <p:cBhvr>
                                        <p:cTn id="16" dur="1000" fill="hold"/>
                                        <p:tgtEl>
                                          <p:spTgt spid="2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056"/>
                                        </p:tgtEl>
                                        <p:attrNameLst>
                                          <p:attrName>style.visibility</p:attrName>
                                        </p:attrNameLst>
                                      </p:cBhvr>
                                      <p:to>
                                        <p:strVal val="visible"/>
                                      </p:to>
                                    </p:set>
                                    <p:animEffect transition="in" filter="fade">
                                      <p:cBhvr>
                                        <p:cTn id="19" dur="1000"/>
                                        <p:tgtEl>
                                          <p:spTgt spid="2056"/>
                                        </p:tgtEl>
                                      </p:cBhvr>
                                    </p:animEffect>
                                    <p:anim calcmode="lin" valueType="num">
                                      <p:cBhvr>
                                        <p:cTn id="20" dur="1000" fill="hold"/>
                                        <p:tgtEl>
                                          <p:spTgt spid="2056"/>
                                        </p:tgtEl>
                                        <p:attrNameLst>
                                          <p:attrName>ppt_x</p:attrName>
                                        </p:attrNameLst>
                                      </p:cBhvr>
                                      <p:tavLst>
                                        <p:tav tm="0">
                                          <p:val>
                                            <p:strVal val="#ppt_x"/>
                                          </p:val>
                                        </p:tav>
                                        <p:tav tm="100000">
                                          <p:val>
                                            <p:strVal val="#ppt_x"/>
                                          </p:val>
                                        </p:tav>
                                      </p:tavLst>
                                    </p:anim>
                                    <p:anim calcmode="lin" valueType="num">
                                      <p:cBhvr>
                                        <p:cTn id="21" dur="1000" fill="hold"/>
                                        <p:tgtEl>
                                          <p:spTgt spid="205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183BA-0266-9677-772C-11861EBE8820}"/>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08D0309C-D5A4-FEAA-E7A6-EE669B95CB07}"/>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8</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8518D355-819C-1350-696D-A7B5549BB021}"/>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05E6C8EF-156A-3092-C136-D40B6E34C2E6}"/>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9DE2761B-59E8-C810-CC5C-59CD8AA4D4E6}"/>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D892AE38-AFD8-C06F-5115-59463D93CFEE}"/>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97CE66AD-4A7B-F93A-9194-DCB982C73096}"/>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00A54C2F-4C33-A42F-3657-8CAA80555530}"/>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8</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5AD89F8A-29F4-91DD-C7E6-E265066E396F}"/>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D72FB52A-99E5-AC0E-6E90-6B95CF917BC1}"/>
              </a:ext>
            </a:extLst>
          </p:cNvPr>
          <p:cNvSpPr txBox="1">
            <a:spLocks noGrp="1"/>
          </p:cNvSpPr>
          <p:nvPr/>
        </p:nvSpPr>
        <p:spPr bwMode="auto">
          <a:xfrm>
            <a:off x="209552" y="6491303"/>
            <a:ext cx="450646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CAC17A97-BB2B-CCE6-CFC5-063D279B7FDE}"/>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C2566D5C-7004-30DE-BC06-CFDF83AB225A}"/>
              </a:ext>
            </a:extLst>
          </p:cNvPr>
          <p:cNvSpPr txBox="1">
            <a:spLocks noChangeArrowheads="1"/>
          </p:cNvSpPr>
          <p:nvPr/>
        </p:nvSpPr>
        <p:spPr bwMode="auto">
          <a:xfrm>
            <a:off x="127493" y="760831"/>
            <a:ext cx="8403751" cy="1323439"/>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Mécanisme de l’Injection SQL : Définition et Rupture de Paradigme</a:t>
            </a:r>
          </a:p>
          <a:p>
            <a:pP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72" name="Tableau 171">
            <a:extLst>
              <a:ext uri="{FF2B5EF4-FFF2-40B4-BE49-F238E27FC236}">
                <a16:creationId xmlns:a16="http://schemas.microsoft.com/office/drawing/2014/main" id="{39B1B232-696F-5B9A-7710-FC4A0BBE06F3}"/>
              </a:ext>
            </a:extLst>
          </p:cNvPr>
          <p:cNvGraphicFramePr>
            <a:graphicFrameLocks noGrp="1"/>
          </p:cNvGraphicFramePr>
          <p:nvPr>
            <p:extLst>
              <p:ext uri="{D42A27DB-BD31-4B8C-83A1-F6EECF244321}">
                <p14:modId xmlns:p14="http://schemas.microsoft.com/office/powerpoint/2010/main" val="4153421791"/>
              </p:ext>
            </p:extLst>
          </p:nvPr>
        </p:nvGraphicFramePr>
        <p:xfrm>
          <a:off x="2" y="-27384"/>
          <a:ext cx="9144002" cy="670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94519">
                  <a:extLst>
                    <a:ext uri="{9D8B030D-6E8A-4147-A177-3AD203B41FA5}">
                      <a16:colId xmlns:a16="http://schemas.microsoft.com/office/drawing/2014/main" val="20002"/>
                    </a:ext>
                  </a:extLst>
                </a:gridCol>
                <a:gridCol w="1663083">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70560">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90D7F96A-1BD6-6FEF-D7E7-DF43209269A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5AFC6501-BE21-A56E-D884-95E42A1242F8}"/>
              </a:ext>
            </a:extLst>
          </p:cNvPr>
          <p:cNvSpPr txBox="1"/>
          <p:nvPr/>
        </p:nvSpPr>
        <p:spPr>
          <a:xfrm>
            <a:off x="107951" y="1680912"/>
            <a:ext cx="2454940" cy="4185761"/>
          </a:xfrm>
          <a:prstGeom prst="rect">
            <a:avLst/>
          </a:prstGeom>
          <a:noFill/>
        </p:spPr>
        <p:txBody>
          <a:bodyPr wrap="square" rtlCol="0">
            <a:spAutoFit/>
          </a:bodyPr>
          <a:lstStyle/>
          <a:p>
            <a:pPr marL="342874" indent="-342874">
              <a:spcBef>
                <a:spcPct val="50000"/>
              </a:spcBef>
              <a:buClr>
                <a:schemeClr val="tx2"/>
              </a:buClr>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Nature de la faille :</a:t>
            </a:r>
            <a:r>
              <a:rPr lang="fr-FR" sz="1600" dirty="0">
                <a:solidFill>
                  <a:schemeClr val="tx2"/>
                </a:solidFill>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Exploitation d'une validation insuffisante des entrées utilisateurs au sein de la couche de persistance.</a:t>
            </a:r>
            <a:endParaRPr lang="fr-FR" sz="1600" b="1" dirty="0">
              <a:solidFill>
                <a:schemeClr val="tx2"/>
              </a:solidFill>
              <a:latin typeface="Times New Roman" panose="02020603050405020304" pitchFamily="18" charset="0"/>
              <a:cs typeface="Times New Roman" panose="02020603050405020304" pitchFamily="18" charset="0"/>
            </a:endParaRPr>
          </a:p>
          <a:p>
            <a:pPr marL="342874" indent="-342874">
              <a:spcBef>
                <a:spcPct val="50000"/>
              </a:spcBef>
              <a:buClr>
                <a:schemeClr val="tx2"/>
              </a:buClr>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La Rupture Sémantique :</a:t>
            </a:r>
            <a:r>
              <a:rPr lang="fr-FR" sz="1600" dirty="0">
                <a:solidFill>
                  <a:schemeClr val="tx2"/>
                </a:solidFill>
                <a:latin typeface="Times New Roman" panose="02020603050405020304" pitchFamily="18" charset="0"/>
                <a:cs typeface="Times New Roman" panose="02020603050405020304" pitchFamily="18" charset="0"/>
              </a:rPr>
              <a:t> </a:t>
            </a:r>
            <a:r>
              <a:rPr lang="fr-FR" sz="1600" dirty="0">
                <a:latin typeface="Times New Roman" panose="02020603050405020304" pitchFamily="18" charset="0"/>
                <a:cs typeface="Times New Roman" panose="02020603050405020304" pitchFamily="18" charset="0"/>
              </a:rPr>
              <a:t>Confusion critique opérée par le moteur SQL entre les </a:t>
            </a:r>
            <a:r>
              <a:rPr lang="fr-FR" sz="1600" b="1" dirty="0">
                <a:latin typeface="Times New Roman" panose="02020603050405020304" pitchFamily="18" charset="0"/>
                <a:cs typeface="Times New Roman" panose="02020603050405020304" pitchFamily="18" charset="0"/>
              </a:rPr>
              <a:t>instructions de contrôle</a:t>
            </a:r>
            <a:r>
              <a:rPr lang="fr-FR" sz="1600" dirty="0">
                <a:latin typeface="Times New Roman" panose="02020603050405020304" pitchFamily="18" charset="0"/>
                <a:cs typeface="Times New Roman" panose="02020603050405020304" pitchFamily="18" charset="0"/>
              </a:rPr>
              <a:t> (Code) et les </a:t>
            </a:r>
            <a:r>
              <a:rPr lang="fr-FR" sz="1600" b="1" dirty="0">
                <a:latin typeface="Times New Roman" panose="02020603050405020304" pitchFamily="18" charset="0"/>
                <a:cs typeface="Times New Roman" panose="02020603050405020304" pitchFamily="18" charset="0"/>
              </a:rPr>
              <a:t>données littérales</a:t>
            </a:r>
            <a:r>
              <a:rPr lang="fr-FR" sz="1600" dirty="0">
                <a:latin typeface="Times New Roman" panose="02020603050405020304" pitchFamily="18" charset="0"/>
                <a:cs typeface="Times New Roman" panose="02020603050405020304" pitchFamily="18" charset="0"/>
              </a:rPr>
              <a:t> (Input).</a:t>
            </a:r>
            <a:endParaRPr lang="fr-FR" sz="1600" b="1" dirty="0">
              <a:solidFill>
                <a:schemeClr val="tx2"/>
              </a:solidFill>
              <a:latin typeface="Times New Roman" panose="02020603050405020304" pitchFamily="18" charset="0"/>
              <a:cs typeface="Times New Roman" panose="02020603050405020304" pitchFamily="18" charset="0"/>
            </a:endParaRPr>
          </a:p>
          <a:p>
            <a:endParaRPr lang="fr-FR" dirty="0"/>
          </a:p>
        </p:txBody>
      </p:sp>
      <p:pic>
        <p:nvPicPr>
          <p:cNvPr id="4" name="Image 3" descr="SQL Injection Definition">
            <a:extLst>
              <a:ext uri="{FF2B5EF4-FFF2-40B4-BE49-F238E27FC236}">
                <a16:creationId xmlns:a16="http://schemas.microsoft.com/office/drawing/2014/main" id="{3BAEE0E5-21AF-658C-7327-CE459BFEB013}"/>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699795" y="1443633"/>
            <a:ext cx="6242532" cy="4660327"/>
          </a:xfrm>
          <a:prstGeom prst="rect">
            <a:avLst/>
          </a:prstGeom>
          <a:noFill/>
          <a:ln>
            <a:noFill/>
          </a:ln>
        </p:spPr>
      </p:pic>
    </p:spTree>
    <p:extLst>
      <p:ext uri="{BB962C8B-B14F-4D97-AF65-F5344CB8AC3E}">
        <p14:creationId xmlns:p14="http://schemas.microsoft.com/office/powerpoint/2010/main" val="30937705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animEffect transition="in" filter="fade">
                                      <p:cBhvr>
                                        <p:cTn id="19" dur="1000"/>
                                        <p:tgtEl>
                                          <p:spTgt spid="3">
                                            <p:txEl>
                                              <p:pRg st="0" end="0"/>
                                            </p:txEl>
                                          </p:spTgt>
                                        </p:tgtEl>
                                      </p:cBhvr>
                                    </p:animEffect>
                                    <p:anim calcmode="lin" valueType="num">
                                      <p:cBhvr>
                                        <p:cTn id="20"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fade">
                                      <p:cBhvr>
                                        <p:cTn id="24" dur="1000"/>
                                        <p:tgtEl>
                                          <p:spTgt spid="3">
                                            <p:txEl>
                                              <p:pRg st="1" end="1"/>
                                            </p:txEl>
                                          </p:spTgt>
                                        </p:tgtEl>
                                      </p:cBhvr>
                                    </p:animEffect>
                                    <p:anim calcmode="lin" valueType="num">
                                      <p:cBhvr>
                                        <p:cTn id="2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fade">
                                      <p:cBhvr>
                                        <p:cTn id="31" dur="1000"/>
                                        <p:tgtEl>
                                          <p:spTgt spid="34"/>
                                        </p:tgtEl>
                                      </p:cBhvr>
                                    </p:animEffect>
                                    <p:anim calcmode="lin" valueType="num">
                                      <p:cBhvr>
                                        <p:cTn id="32" dur="1000" fill="hold"/>
                                        <p:tgtEl>
                                          <p:spTgt spid="34"/>
                                        </p:tgtEl>
                                        <p:attrNameLst>
                                          <p:attrName>ppt_x</p:attrName>
                                        </p:attrNameLst>
                                      </p:cBhvr>
                                      <p:tavLst>
                                        <p:tav tm="0">
                                          <p:val>
                                            <p:strVal val="#ppt_x"/>
                                          </p:val>
                                        </p:tav>
                                        <p:tav tm="100000">
                                          <p:val>
                                            <p:strVal val="#ppt_x"/>
                                          </p:val>
                                        </p:tav>
                                      </p:tavLst>
                                    </p:anim>
                                    <p:anim calcmode="lin" valueType="num">
                                      <p:cBhvr>
                                        <p:cTn id="33"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5C083-F3C6-8C5E-66D3-61F7350E5C9A}"/>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338C0643-54EB-4B24-6C0F-C35F4E7B5632}"/>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9</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770B42C7-7D81-259E-AE8D-127636F80A30}"/>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DEDC9D70-11BE-E8CD-39AC-333DA7D9F2AE}"/>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5934A14E-6DF0-55A8-1CC9-D99885086E99}"/>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254C4251-C84B-DD4C-981B-EF73FC262605}"/>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20DC6DD9-DAA0-1E61-3869-214F632C2478}"/>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A18C3D27-25C9-C5B1-9476-924AE8652368}"/>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9</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5225BEAE-E186-896F-10B6-B0CD11944C79}"/>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E1B5D6B7-8D62-C6D3-89D1-B2CBECB155F0}"/>
              </a:ext>
            </a:extLst>
          </p:cNvPr>
          <p:cNvSpPr txBox="1">
            <a:spLocks noGrp="1"/>
          </p:cNvSpPr>
          <p:nvPr/>
        </p:nvSpPr>
        <p:spPr bwMode="auto">
          <a:xfrm>
            <a:off x="209552" y="6491303"/>
            <a:ext cx="457847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69DE60E2-B245-B468-E61A-C669EE3943DC}"/>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B3599D9F-73CB-321F-05B6-21D21291424D}"/>
              </a:ext>
            </a:extLst>
          </p:cNvPr>
          <p:cNvSpPr txBox="1">
            <a:spLocks noChangeArrowheads="1"/>
          </p:cNvSpPr>
          <p:nvPr/>
        </p:nvSpPr>
        <p:spPr bwMode="auto">
          <a:xfrm>
            <a:off x="200041" y="760833"/>
            <a:ext cx="8943975" cy="5709255"/>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Étude de Cas : Anatomie d'une Attaque par Tautologie</a:t>
            </a:r>
          </a:p>
          <a:p>
            <a:pPr>
              <a:spcBef>
                <a:spcPct val="50000"/>
              </a:spcBef>
              <a:buClr>
                <a:schemeClr val="tx2"/>
              </a:buClr>
            </a:pPr>
            <a:endParaRPr lang="fr-FR" sz="1600" b="1" dirty="0">
              <a:solidFill>
                <a:schemeClr val="tx2"/>
              </a:solidFill>
              <a:latin typeface="Times New Roman" panose="02020603050405020304" pitchFamily="18" charset="0"/>
              <a:cs typeface="Times New Roman" panose="02020603050405020304" pitchFamily="18" charset="0"/>
            </a:endParaRPr>
          </a:p>
          <a:p>
            <a:pPr marL="342874" indent="-342874">
              <a:spcBef>
                <a:spcPct val="50000"/>
              </a:spcBef>
              <a:buClr>
                <a:schemeClr val="tx2"/>
              </a:buClr>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Code Source Vulnérable (PHP) : Construction de requête par concaténation :</a:t>
            </a:r>
          </a:p>
          <a:p>
            <a:pP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marL="342874" indent="-342874">
              <a:spcBef>
                <a:spcPct val="50000"/>
              </a:spcBef>
              <a:buClr>
                <a:schemeClr val="tx2"/>
              </a:buClr>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Payload d'Attaque : </a:t>
            </a:r>
            <a:r>
              <a:rPr lang="fr-FR" dirty="0">
                <a:latin typeface="Times New Roman" panose="02020603050405020304" pitchFamily="18" charset="0"/>
                <a:cs typeface="Times New Roman" panose="02020603050405020304" pitchFamily="18" charset="0"/>
              </a:rPr>
              <a:t>Injection de la chaîne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‘OR 1=1 –  </a:t>
            </a:r>
            <a:r>
              <a:rPr lang="fr-FR" dirty="0">
                <a:latin typeface="Times New Roman" panose="02020603050405020304" pitchFamily="18" charset="0"/>
                <a:cs typeface="Times New Roman" panose="02020603050405020304" pitchFamily="18" charset="0"/>
              </a:rPr>
              <a:t>dans le champ "username".</a:t>
            </a:r>
          </a:p>
          <a:p>
            <a:pPr marL="342874" indent="-342874">
              <a:spcBef>
                <a:spcPct val="50000"/>
              </a:spcBef>
              <a:buClr>
                <a:schemeClr val="tx2"/>
              </a:buClr>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Requête Interprétée par le SGBD : </a:t>
            </a:r>
          </a:p>
          <a:p>
            <a:pP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marL="342874" indent="-342874">
              <a:spcBef>
                <a:spcPct val="50000"/>
              </a:spcBef>
              <a:buClr>
                <a:schemeClr val="tx2"/>
              </a:buClr>
              <a:buFont typeface="Arial" panose="020B0604020202020204" pitchFamily="34" charset="0"/>
              <a:buChar char="•"/>
            </a:pPr>
            <a:r>
              <a:rPr lang="en-US" sz="2000" b="1" dirty="0">
                <a:solidFill>
                  <a:schemeClr val="tx2"/>
                </a:solidFill>
                <a:latin typeface="Times New Roman" panose="02020603050405020304" pitchFamily="18" charset="0"/>
                <a:cs typeface="Times New Roman" panose="02020603050405020304" pitchFamily="18" charset="0"/>
              </a:rPr>
              <a:t>Conséquence Technique: </a:t>
            </a:r>
            <a:r>
              <a:rPr lang="en-US" sz="2000" dirty="0">
                <a:latin typeface="Times New Roman" panose="02020603050405020304" pitchFamily="18" charset="0"/>
                <a:cs typeface="Times New Roman" panose="02020603050405020304" pitchFamily="18" charset="0"/>
              </a:rPr>
              <a:t>Les caractères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Commentent la suite de la requête, ignorant la verification du mots de passe.</a:t>
            </a:r>
          </a:p>
          <a:p>
            <a:pPr marL="342874" indent="-342874">
              <a:spcBef>
                <a:spcPct val="50000"/>
              </a:spcBef>
              <a:buClr>
                <a:schemeClr val="tx2"/>
              </a:buClr>
              <a:buFont typeface="Arial" panose="020B0604020202020204" pitchFamily="34" charset="0"/>
              <a:buChar char="•"/>
            </a:pPr>
            <a:r>
              <a:rPr lang="en-US" sz="2000" b="1" dirty="0">
                <a:solidFill>
                  <a:schemeClr val="tx2"/>
                </a:solidFill>
                <a:latin typeface="Times New Roman" panose="02020603050405020304" pitchFamily="18" charset="0"/>
                <a:cs typeface="Times New Roman" panose="02020603050405020304" pitchFamily="18" charset="0"/>
              </a:rPr>
              <a:t>Résultat: </a:t>
            </a:r>
            <a:r>
              <a:rPr lang="en-US" dirty="0">
                <a:latin typeface="Times New Roman" panose="02020603050405020304" pitchFamily="18" charset="0"/>
                <a:cs typeface="Times New Roman" panose="02020603050405020304" pitchFamily="18" charset="0"/>
              </a:rPr>
              <a:t>La condition </a:t>
            </a: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 </a:t>
            </a:r>
            <a:r>
              <a:rPr lang="fr-FR" dirty="0">
                <a:latin typeface="Times New Roman" panose="02020603050405020304" pitchFamily="18" charset="0"/>
                <a:cs typeface="Times New Roman" panose="02020603050405020304" pitchFamily="18" charset="0"/>
              </a:rPr>
              <a:t>étant toujours vraie (tautologie), l'accès est accordé à l'attaquant sans identifiants valides.</a:t>
            </a:r>
            <a:endParaRPr lang="fr-FR" sz="2000" b="1" dirty="0">
              <a:solidFill>
                <a:schemeClr val="tx2"/>
              </a:solidFill>
              <a:latin typeface="Times New Roman" panose="02020603050405020304" pitchFamily="18" charset="0"/>
              <a:cs typeface="Times New Roman" panose="02020603050405020304" pitchFamily="18" charset="0"/>
            </a:endParaRPr>
          </a:p>
          <a:p>
            <a:pPr>
              <a:spcBef>
                <a:spcPct val="50000"/>
              </a:spcBef>
              <a:buClr>
                <a:schemeClr val="tx2"/>
              </a:buClr>
            </a:pPr>
            <a:endParaRPr lang="en-US" dirty="0">
              <a:latin typeface="Times New Roman" panose="02020603050405020304" pitchFamily="18" charset="0"/>
              <a:cs typeface="Times New Roman" panose="02020603050405020304" pitchFamily="18" charset="0"/>
            </a:endParaRPr>
          </a:p>
        </p:txBody>
      </p:sp>
      <p:graphicFrame>
        <p:nvGraphicFramePr>
          <p:cNvPr id="172" name="Tableau 171">
            <a:extLst>
              <a:ext uri="{FF2B5EF4-FFF2-40B4-BE49-F238E27FC236}">
                <a16:creationId xmlns:a16="http://schemas.microsoft.com/office/drawing/2014/main" id="{2191963C-2654-5BB1-8320-B587ECCEDB61}"/>
              </a:ext>
            </a:extLst>
          </p:cNvPr>
          <p:cNvGraphicFramePr>
            <a:graphicFrameLocks noGrp="1"/>
          </p:cNvGraphicFramePr>
          <p:nvPr>
            <p:extLst>
              <p:ext uri="{D42A27DB-BD31-4B8C-83A1-F6EECF244321}">
                <p14:modId xmlns:p14="http://schemas.microsoft.com/office/powerpoint/2010/main" val="138707414"/>
              </p:ext>
            </p:extLst>
          </p:nvPr>
        </p:nvGraphicFramePr>
        <p:xfrm>
          <a:off x="2" y="-27384"/>
          <a:ext cx="9144002"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066527">
                  <a:extLst>
                    <a:ext uri="{9D8B030D-6E8A-4147-A177-3AD203B41FA5}">
                      <a16:colId xmlns:a16="http://schemas.microsoft.com/office/drawing/2014/main" val="20002"/>
                    </a:ext>
                  </a:extLst>
                </a:gridCol>
                <a:gridCol w="1591075">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rtl="0" eaLnBrk="1" fontAlgn="auto" latinLnBrk="0" hangingPunct="1"/>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sp>
        <p:nvSpPr>
          <p:cNvPr id="3" name="ZoneTexte 2">
            <a:extLst>
              <a:ext uri="{FF2B5EF4-FFF2-40B4-BE49-F238E27FC236}">
                <a16:creationId xmlns:a16="http://schemas.microsoft.com/office/drawing/2014/main" id="{E456BF55-6D93-F8A8-E580-C945E5619FA6}"/>
              </a:ext>
            </a:extLst>
          </p:cNvPr>
          <p:cNvSpPr txBox="1"/>
          <p:nvPr/>
        </p:nvSpPr>
        <p:spPr>
          <a:xfrm>
            <a:off x="-8774" y="1920837"/>
            <a:ext cx="9143999" cy="923330"/>
          </a:xfrm>
          <a:prstGeom prst="rect">
            <a:avLst/>
          </a:prstGeom>
          <a:solidFill>
            <a:schemeClr val="accent1"/>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pPr algn="ctr"/>
            <a:endParaRPr lang="en-US" dirty="0"/>
          </a:p>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$sql = "SELECT * FROM users WHERE user = '" . $user . "' AND pass = '" . $pass . “’”;</a:t>
            </a:r>
          </a:p>
          <a:p>
            <a:pPr algn="ctr"/>
            <a:endParaRPr lang="fr-FR" dirty="0"/>
          </a:p>
        </p:txBody>
      </p:sp>
      <p:sp>
        <p:nvSpPr>
          <p:cNvPr id="6" name="ZoneTexte 5">
            <a:extLst>
              <a:ext uri="{FF2B5EF4-FFF2-40B4-BE49-F238E27FC236}">
                <a16:creationId xmlns:a16="http://schemas.microsoft.com/office/drawing/2014/main" id="{6A0647C7-3234-5EB2-F650-17E898DB751D}"/>
              </a:ext>
            </a:extLst>
          </p:cNvPr>
          <p:cNvSpPr txBox="1"/>
          <p:nvPr/>
        </p:nvSpPr>
        <p:spPr>
          <a:xfrm>
            <a:off x="-8774" y="3657879"/>
            <a:ext cx="9143999" cy="923330"/>
          </a:xfrm>
          <a:prstGeom prst="rect">
            <a:avLst/>
          </a:prstGeom>
          <a:solidFill>
            <a:schemeClr val="accent1"/>
          </a:solidFill>
          <a:ln>
            <a:solidFill>
              <a:schemeClr val="accent1"/>
            </a:solidFill>
          </a:ln>
          <a:effectLst>
            <a:outerShdw blurRad="50800" dist="38100" dir="2700000" algn="tl" rotWithShape="0">
              <a:prstClr val="black">
                <a:alpha val="40000"/>
              </a:prstClr>
            </a:outerShdw>
          </a:effectLst>
        </p:spPr>
        <p:txBody>
          <a:bodyPr wrap="square" rtlCol="0">
            <a:spAutoFit/>
          </a:bodyPr>
          <a:lstStyle/>
          <a:p>
            <a:pPr algn="ctr"/>
            <a:endParaRPr lang="en-US" dirty="0"/>
          </a:p>
          <a:p>
            <a:pPr algn="ctr"/>
            <a:r>
              <a:rPr lang="en-US"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SELECT * FROM users WHERE user = '' OR 1=1 --' AND pass = '...’;</a:t>
            </a:r>
          </a:p>
          <a:p>
            <a:pPr algn="ctr"/>
            <a:endParaRPr lang="fr-F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pic>
        <p:nvPicPr>
          <p:cNvPr id="2" name="Picture 2" descr="Owasp Logo Flat2 Icon &lt; Cydrill Software Security">
            <a:extLst>
              <a:ext uri="{FF2B5EF4-FFF2-40B4-BE49-F238E27FC236}">
                <a16:creationId xmlns:a16="http://schemas.microsoft.com/office/drawing/2014/main" id="{49B4A9F6-9F3B-7FBA-14E3-F99E207E7D3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1607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2" end="2"/>
                                            </p:txEl>
                                          </p:spTgt>
                                        </p:tgtEl>
                                        <p:attrNameLst>
                                          <p:attrName>style.visibility</p:attrName>
                                        </p:attrNameLst>
                                      </p:cBhvr>
                                      <p:to>
                                        <p:strVal val="visible"/>
                                      </p:to>
                                    </p:set>
                                    <p:animEffect transition="in" filter="fade">
                                      <p:cBhvr>
                                        <p:cTn id="14" dur="1000"/>
                                        <p:tgtEl>
                                          <p:spTgt spid="26">
                                            <p:txEl>
                                              <p:pRg st="2" end="2"/>
                                            </p:txEl>
                                          </p:spTgt>
                                        </p:tgtEl>
                                      </p:cBhvr>
                                    </p:animEffect>
                                    <p:anim calcmode="lin" valueType="num">
                                      <p:cBhvr>
                                        <p:cTn id="15"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gtEl>
                                        <p:attrNameLst>
                                          <p:attrName>style.visibility</p:attrName>
                                        </p:attrNameLst>
                                      </p:cBhvr>
                                      <p:to>
                                        <p:strVal val="visible"/>
                                      </p:to>
                                    </p:set>
                                    <p:animEffect transition="in" filter="fade">
                                      <p:cBhvr>
                                        <p:cTn id="21" dur="1000"/>
                                        <p:tgtEl>
                                          <p:spTgt spid="3"/>
                                        </p:tgtEl>
                                      </p:cBhvr>
                                    </p:animEffect>
                                    <p:anim calcmode="lin" valueType="num">
                                      <p:cBhvr>
                                        <p:cTn id="22" dur="1000" fill="hold"/>
                                        <p:tgtEl>
                                          <p:spTgt spid="3"/>
                                        </p:tgtEl>
                                        <p:attrNameLst>
                                          <p:attrName>ppt_x</p:attrName>
                                        </p:attrNameLst>
                                      </p:cBhvr>
                                      <p:tavLst>
                                        <p:tav tm="0">
                                          <p:val>
                                            <p:strVal val="#ppt_x"/>
                                          </p:val>
                                        </p:tav>
                                        <p:tav tm="100000">
                                          <p:val>
                                            <p:strVal val="#ppt_x"/>
                                          </p:val>
                                        </p:tav>
                                      </p:tavLst>
                                    </p:anim>
                                    <p:anim calcmode="lin" valueType="num">
                                      <p:cBhvr>
                                        <p:cTn id="2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6">
                                            <p:txEl>
                                              <p:pRg st="5" end="5"/>
                                            </p:txEl>
                                          </p:spTgt>
                                        </p:tgtEl>
                                        <p:attrNameLst>
                                          <p:attrName>style.visibility</p:attrName>
                                        </p:attrNameLst>
                                      </p:cBhvr>
                                      <p:to>
                                        <p:strVal val="visible"/>
                                      </p:to>
                                    </p:set>
                                    <p:animEffect transition="in" filter="fade">
                                      <p:cBhvr>
                                        <p:cTn id="28" dur="1000"/>
                                        <p:tgtEl>
                                          <p:spTgt spid="26">
                                            <p:txEl>
                                              <p:pRg st="5" end="5"/>
                                            </p:txEl>
                                          </p:spTgt>
                                        </p:tgtEl>
                                      </p:cBhvr>
                                    </p:animEffect>
                                    <p:anim calcmode="lin" valueType="num">
                                      <p:cBhvr>
                                        <p:cTn id="29"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2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26">
                                            <p:txEl>
                                              <p:pRg st="6" end="6"/>
                                            </p:txEl>
                                          </p:spTgt>
                                        </p:tgtEl>
                                        <p:attrNameLst>
                                          <p:attrName>style.visibility</p:attrName>
                                        </p:attrNameLst>
                                      </p:cBhvr>
                                      <p:to>
                                        <p:strVal val="visible"/>
                                      </p:to>
                                    </p:set>
                                    <p:animEffect transition="in" filter="fade">
                                      <p:cBhvr>
                                        <p:cTn id="35" dur="1000"/>
                                        <p:tgtEl>
                                          <p:spTgt spid="26">
                                            <p:txEl>
                                              <p:pRg st="6" end="6"/>
                                            </p:txEl>
                                          </p:spTgt>
                                        </p:tgtEl>
                                      </p:cBhvr>
                                    </p:animEffect>
                                    <p:anim calcmode="lin" valueType="num">
                                      <p:cBhvr>
                                        <p:cTn id="36"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26">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fade">
                                      <p:cBhvr>
                                        <p:cTn id="42" dur="1000"/>
                                        <p:tgtEl>
                                          <p:spTgt spid="6"/>
                                        </p:tgtEl>
                                      </p:cBhvr>
                                    </p:animEffect>
                                    <p:anim calcmode="lin" valueType="num">
                                      <p:cBhvr>
                                        <p:cTn id="43" dur="1000" fill="hold"/>
                                        <p:tgtEl>
                                          <p:spTgt spid="6"/>
                                        </p:tgtEl>
                                        <p:attrNameLst>
                                          <p:attrName>ppt_x</p:attrName>
                                        </p:attrNameLst>
                                      </p:cBhvr>
                                      <p:tavLst>
                                        <p:tav tm="0">
                                          <p:val>
                                            <p:strVal val="#ppt_x"/>
                                          </p:val>
                                        </p:tav>
                                        <p:tav tm="100000">
                                          <p:val>
                                            <p:strVal val="#ppt_x"/>
                                          </p:val>
                                        </p:tav>
                                      </p:tavLst>
                                    </p:anim>
                                    <p:anim calcmode="lin" valueType="num">
                                      <p:cBhvr>
                                        <p:cTn id="4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26">
                                            <p:txEl>
                                              <p:pRg st="9" end="9"/>
                                            </p:txEl>
                                          </p:spTgt>
                                        </p:tgtEl>
                                        <p:attrNameLst>
                                          <p:attrName>style.visibility</p:attrName>
                                        </p:attrNameLst>
                                      </p:cBhvr>
                                      <p:to>
                                        <p:strVal val="visible"/>
                                      </p:to>
                                    </p:set>
                                    <p:animEffect transition="in" filter="fade">
                                      <p:cBhvr>
                                        <p:cTn id="49" dur="1000"/>
                                        <p:tgtEl>
                                          <p:spTgt spid="26">
                                            <p:txEl>
                                              <p:pRg st="9" end="9"/>
                                            </p:txEl>
                                          </p:spTgt>
                                        </p:tgtEl>
                                      </p:cBhvr>
                                    </p:animEffect>
                                    <p:anim calcmode="lin" valueType="num">
                                      <p:cBhvr>
                                        <p:cTn id="50" dur="1000" fill="hold"/>
                                        <p:tgtEl>
                                          <p:spTgt spid="26">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26">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26">
                                            <p:txEl>
                                              <p:pRg st="10" end="10"/>
                                            </p:txEl>
                                          </p:spTgt>
                                        </p:tgtEl>
                                        <p:attrNameLst>
                                          <p:attrName>style.visibility</p:attrName>
                                        </p:attrNameLst>
                                      </p:cBhvr>
                                      <p:to>
                                        <p:strVal val="visible"/>
                                      </p:to>
                                    </p:set>
                                    <p:animEffect transition="in" filter="fade">
                                      <p:cBhvr>
                                        <p:cTn id="56" dur="1000"/>
                                        <p:tgtEl>
                                          <p:spTgt spid="26">
                                            <p:txEl>
                                              <p:pRg st="10" end="10"/>
                                            </p:txEl>
                                          </p:spTgt>
                                        </p:tgtEl>
                                      </p:cBhvr>
                                    </p:animEffect>
                                    <p:anim calcmode="lin" valueType="num">
                                      <p:cBhvr>
                                        <p:cTn id="57" dur="1000" fill="hold"/>
                                        <p:tgtEl>
                                          <p:spTgt spid="26">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2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CD90C7-EC7A-6D66-2E69-5F3EA33A71FC}"/>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47103A75-6AEB-9973-DE8B-558B71CC19C5}"/>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10</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2B6E0149-BBEF-21D3-7E0E-CFC2AA162350}"/>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E25DFC56-235B-9D5A-17CC-77D7BB3D3FFB}"/>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A56B00D9-90B1-DCA6-1AB0-66462F939732}"/>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0E8FF9AA-14AD-9E16-E5EA-288AA878570D}"/>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C7CE7B86-5F59-8DC9-42A1-90DC456AA36D}"/>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47FCED1F-4258-61B1-E3CC-629CEE6F5C58}"/>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10</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BF325C2F-9846-94B9-F5F7-63105DD5D1C9}"/>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5C8284A3-9970-AA39-ACBD-CB518F672024}"/>
              </a:ext>
            </a:extLst>
          </p:cNvPr>
          <p:cNvSpPr txBox="1">
            <a:spLocks noGrp="1"/>
          </p:cNvSpPr>
          <p:nvPr/>
        </p:nvSpPr>
        <p:spPr bwMode="auto">
          <a:xfrm>
            <a:off x="209552" y="6491303"/>
            <a:ext cx="457847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E941C9DC-E9B6-B239-2440-A72AA0D8A251}"/>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3D3A9304-5CBF-3D57-24E6-30977113DA04}"/>
              </a:ext>
            </a:extLst>
          </p:cNvPr>
          <p:cNvSpPr txBox="1">
            <a:spLocks noChangeArrowheads="1"/>
          </p:cNvSpPr>
          <p:nvPr/>
        </p:nvSpPr>
        <p:spPr bwMode="auto">
          <a:xfrm>
            <a:off x="200041" y="760813"/>
            <a:ext cx="8943975" cy="4093428"/>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Étude de Cas : Anatomie d'une Attaque par Tautologie</a:t>
            </a: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72" name="Tableau 171">
            <a:extLst>
              <a:ext uri="{FF2B5EF4-FFF2-40B4-BE49-F238E27FC236}">
                <a16:creationId xmlns:a16="http://schemas.microsoft.com/office/drawing/2014/main" id="{3C85FBDF-0B4C-5D36-1C80-CB8E82E7E95C}"/>
              </a:ext>
            </a:extLst>
          </p:cNvPr>
          <p:cNvGraphicFramePr>
            <a:graphicFrameLocks noGrp="1"/>
          </p:cNvGraphicFramePr>
          <p:nvPr>
            <p:extLst>
              <p:ext uri="{D42A27DB-BD31-4B8C-83A1-F6EECF244321}">
                <p14:modId xmlns:p14="http://schemas.microsoft.com/office/powerpoint/2010/main" val="195961112"/>
              </p:ext>
            </p:extLst>
          </p:nvPr>
        </p:nvGraphicFramePr>
        <p:xfrm>
          <a:off x="2" y="-27384"/>
          <a:ext cx="9144002" cy="670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2511">
                  <a:extLst>
                    <a:ext uri="{9D8B030D-6E8A-4147-A177-3AD203B41FA5}">
                      <a16:colId xmlns:a16="http://schemas.microsoft.com/office/drawing/2014/main" val="20002"/>
                    </a:ext>
                  </a:extLst>
                </a:gridCol>
                <a:gridCol w="1735091">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70560">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9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3" name="Image 2">
            <a:extLst>
              <a:ext uri="{FF2B5EF4-FFF2-40B4-BE49-F238E27FC236}">
                <a16:creationId xmlns:a16="http://schemas.microsoft.com/office/drawing/2014/main" id="{E09B1FCE-70E8-E16B-1B70-AAC95E332725}"/>
              </a:ext>
            </a:extLst>
          </p:cNvPr>
          <p:cNvPicPr>
            <a:picLocks noChangeAspect="1"/>
          </p:cNvPicPr>
          <p:nvPr/>
        </p:nvPicPr>
        <p:blipFill>
          <a:blip r:embed="rId3"/>
          <a:stretch>
            <a:fillRect/>
          </a:stretch>
        </p:blipFill>
        <p:spPr>
          <a:xfrm>
            <a:off x="2933459" y="3837286"/>
            <a:ext cx="3418939" cy="1747221"/>
          </a:xfrm>
          <a:prstGeom prst="rect">
            <a:avLst/>
          </a:prstGeom>
        </p:spPr>
      </p:pic>
      <p:pic>
        <p:nvPicPr>
          <p:cNvPr id="5" name="Image 4">
            <a:extLst>
              <a:ext uri="{FF2B5EF4-FFF2-40B4-BE49-F238E27FC236}">
                <a16:creationId xmlns:a16="http://schemas.microsoft.com/office/drawing/2014/main" id="{59BEE199-8762-F63D-FDAD-F7843C0AB8C2}"/>
              </a:ext>
            </a:extLst>
          </p:cNvPr>
          <p:cNvPicPr>
            <a:picLocks noChangeAspect="1"/>
          </p:cNvPicPr>
          <p:nvPr/>
        </p:nvPicPr>
        <p:blipFill>
          <a:blip r:embed="rId4"/>
          <a:stretch>
            <a:fillRect/>
          </a:stretch>
        </p:blipFill>
        <p:spPr>
          <a:xfrm>
            <a:off x="2768676" y="1101287"/>
            <a:ext cx="3712039" cy="1987851"/>
          </a:xfrm>
          <a:prstGeom prst="rect">
            <a:avLst/>
          </a:prstGeom>
        </p:spPr>
      </p:pic>
      <p:sp>
        <p:nvSpPr>
          <p:cNvPr id="6" name="ZoneTexte 5">
            <a:extLst>
              <a:ext uri="{FF2B5EF4-FFF2-40B4-BE49-F238E27FC236}">
                <a16:creationId xmlns:a16="http://schemas.microsoft.com/office/drawing/2014/main" id="{F2AB1B26-FC16-4FF8-DE88-3A92DAA21061}"/>
              </a:ext>
            </a:extLst>
          </p:cNvPr>
          <p:cNvSpPr txBox="1"/>
          <p:nvPr/>
        </p:nvSpPr>
        <p:spPr>
          <a:xfrm>
            <a:off x="1959912" y="2977268"/>
            <a:ext cx="4392489" cy="584775"/>
          </a:xfrm>
          <a:prstGeom prst="rect">
            <a:avLst/>
          </a:prstGeom>
          <a:solidFill>
            <a:schemeClr val="accent1"/>
          </a:solidFill>
        </p:spPr>
        <p:txBody>
          <a:bodyPr wrap="square" rtlCol="0">
            <a:spAutoFit/>
          </a:bodyPr>
          <a:lstStyle/>
          <a:p>
            <a:pPr algn="ctr"/>
            <a:r>
              <a:rPr lang="en-US" sz="1600" dirty="0"/>
              <a:t>SELECT *  FROM users WHERE username = 'user1’</a:t>
            </a:r>
          </a:p>
          <a:p>
            <a:pPr algn="ctr"/>
            <a:r>
              <a:rPr lang="en-US" sz="1600" dirty="0"/>
              <a:t> AND password = 'user@123';</a:t>
            </a:r>
          </a:p>
        </p:txBody>
      </p:sp>
      <p:sp>
        <p:nvSpPr>
          <p:cNvPr id="8" name="ZoneTexte 7">
            <a:extLst>
              <a:ext uri="{FF2B5EF4-FFF2-40B4-BE49-F238E27FC236}">
                <a16:creationId xmlns:a16="http://schemas.microsoft.com/office/drawing/2014/main" id="{964F6FF8-F705-7B95-A8DC-DCBE0344604B}"/>
              </a:ext>
            </a:extLst>
          </p:cNvPr>
          <p:cNvSpPr txBox="1"/>
          <p:nvPr/>
        </p:nvSpPr>
        <p:spPr>
          <a:xfrm>
            <a:off x="1959910" y="5633844"/>
            <a:ext cx="4392491" cy="584775"/>
          </a:xfrm>
          <a:prstGeom prst="rect">
            <a:avLst/>
          </a:prstGeom>
          <a:solidFill>
            <a:schemeClr val="accent1"/>
          </a:solidFill>
        </p:spPr>
        <p:txBody>
          <a:bodyPr wrap="square" rtlCol="0">
            <a:spAutoFit/>
          </a:bodyPr>
          <a:lstStyle/>
          <a:p>
            <a:pPr algn="ctr"/>
            <a:r>
              <a:rPr lang="en-US" sz="1600" dirty="0"/>
              <a:t>SELECT *  FROM users WHERE username = 'user1’ </a:t>
            </a:r>
          </a:p>
          <a:p>
            <a:pPr algn="ctr"/>
            <a:r>
              <a:rPr lang="en-US" sz="1600" dirty="0"/>
              <a:t>AND password =‘’  OR 1=1 – ;</a:t>
            </a:r>
          </a:p>
        </p:txBody>
      </p:sp>
      <p:pic>
        <p:nvPicPr>
          <p:cNvPr id="2" name="Picture 2" descr="Owasp Logo Flat2 Icon &lt; Cydrill Software Security">
            <a:extLst>
              <a:ext uri="{FF2B5EF4-FFF2-40B4-BE49-F238E27FC236}">
                <a16:creationId xmlns:a16="http://schemas.microsoft.com/office/drawing/2014/main" id="{F39C9AE0-0346-D10C-04B0-7D7D317299DB}"/>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
        <p:nvSpPr>
          <p:cNvPr id="7" name="Flèche : courbe vers la gauche 6">
            <a:extLst>
              <a:ext uri="{FF2B5EF4-FFF2-40B4-BE49-F238E27FC236}">
                <a16:creationId xmlns:a16="http://schemas.microsoft.com/office/drawing/2014/main" id="{F43FD804-41B9-5205-629B-A7C7D6BB7147}"/>
              </a:ext>
            </a:extLst>
          </p:cNvPr>
          <p:cNvSpPr/>
          <p:nvPr/>
        </p:nvSpPr>
        <p:spPr>
          <a:xfrm>
            <a:off x="6400027" y="1942373"/>
            <a:ext cx="1129419" cy="1619671"/>
          </a:xfrm>
          <a:prstGeom prst="curvedLeftArrow">
            <a:avLst>
              <a:gd name="adj1" fmla="val 25000"/>
              <a:gd name="adj2" fmla="val 5525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
        <p:nvSpPr>
          <p:cNvPr id="9" name="Flèche : courbe vers la gauche 8">
            <a:extLst>
              <a:ext uri="{FF2B5EF4-FFF2-40B4-BE49-F238E27FC236}">
                <a16:creationId xmlns:a16="http://schemas.microsoft.com/office/drawing/2014/main" id="{4B77281F-3C38-8CE2-E39B-130B7541ED2E}"/>
              </a:ext>
            </a:extLst>
          </p:cNvPr>
          <p:cNvSpPr/>
          <p:nvPr/>
        </p:nvSpPr>
        <p:spPr>
          <a:xfrm>
            <a:off x="6297467" y="4598945"/>
            <a:ext cx="1129419" cy="1619671"/>
          </a:xfrm>
          <a:prstGeom prst="curvedLeftArrow">
            <a:avLst>
              <a:gd name="adj1" fmla="val 25000"/>
              <a:gd name="adj2" fmla="val 55250"/>
              <a:gd name="adj3" fmla="val 25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dirty="0">
              <a:solidFill>
                <a:schemeClr val="tx1"/>
              </a:solidFill>
            </a:endParaRPr>
          </a:p>
        </p:txBody>
      </p:sp>
    </p:spTree>
    <p:extLst>
      <p:ext uri="{BB962C8B-B14F-4D97-AF65-F5344CB8AC3E}">
        <p14:creationId xmlns:p14="http://schemas.microsoft.com/office/powerpoint/2010/main" val="43006357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circle(in)">
                                      <p:cBhvr>
                                        <p:cTn id="21" dur="2000"/>
                                        <p:tgtEl>
                                          <p:spTgt spid="7"/>
                                        </p:tgtEl>
                                      </p:cBhvr>
                                    </p:animEffect>
                                  </p:childTnLst>
                                </p:cTn>
                              </p:par>
                              <p:par>
                                <p:cTn id="22" presetID="42"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1000"/>
                                        <p:tgtEl>
                                          <p:spTgt spid="6"/>
                                        </p:tgtEl>
                                      </p:cBhvr>
                                    </p:animEffect>
                                    <p:anim calcmode="lin" valueType="num">
                                      <p:cBhvr>
                                        <p:cTn id="25" dur="1000" fill="hold"/>
                                        <p:tgtEl>
                                          <p:spTgt spid="6"/>
                                        </p:tgtEl>
                                        <p:attrNameLst>
                                          <p:attrName>ppt_x</p:attrName>
                                        </p:attrNameLst>
                                      </p:cBhvr>
                                      <p:tavLst>
                                        <p:tav tm="0">
                                          <p:val>
                                            <p:strVal val="#ppt_x"/>
                                          </p:val>
                                        </p:tav>
                                        <p:tav tm="100000">
                                          <p:val>
                                            <p:strVal val="#ppt_x"/>
                                          </p:val>
                                        </p:tav>
                                      </p:tavLst>
                                    </p:anim>
                                    <p:anim calcmode="lin" valueType="num">
                                      <p:cBhvr>
                                        <p:cTn id="2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6" presetClass="entr" presetSubtype="16"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circle(in)">
                                      <p:cBhvr>
                                        <p:cTn id="38" dur="2000"/>
                                        <p:tgtEl>
                                          <p:spTgt spid="9"/>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8"/>
                                        </p:tgtEl>
                                        <p:attrNameLst>
                                          <p:attrName>style.visibility</p:attrName>
                                        </p:attrNameLst>
                                      </p:cBhvr>
                                      <p:to>
                                        <p:strVal val="visible"/>
                                      </p:to>
                                    </p:set>
                                    <p:animEffect transition="in" filter="fade">
                                      <p:cBhvr>
                                        <p:cTn id="41" dur="1000"/>
                                        <p:tgtEl>
                                          <p:spTgt spid="8"/>
                                        </p:tgtEl>
                                      </p:cBhvr>
                                    </p:animEffect>
                                    <p:anim calcmode="lin" valueType="num">
                                      <p:cBhvr>
                                        <p:cTn id="42" dur="1000" fill="hold"/>
                                        <p:tgtEl>
                                          <p:spTgt spid="8"/>
                                        </p:tgtEl>
                                        <p:attrNameLst>
                                          <p:attrName>ppt_x</p:attrName>
                                        </p:attrNameLst>
                                      </p:cBhvr>
                                      <p:tavLst>
                                        <p:tav tm="0">
                                          <p:val>
                                            <p:strVal val="#ppt_x"/>
                                          </p:val>
                                        </p:tav>
                                        <p:tav tm="100000">
                                          <p:val>
                                            <p:strVal val="#ppt_x"/>
                                          </p:val>
                                        </p:tav>
                                      </p:tavLst>
                                    </p:anim>
                                    <p:anim calcmode="lin" valueType="num">
                                      <p:cBhvr>
                                        <p:cTn id="4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6" grpId="0" animBg="1"/>
      <p:bldP spid="8" grpId="0" animBg="1"/>
      <p:bldP spid="7"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DC502-34FC-3987-B85F-78A3F8A17254}"/>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19A0B859-0A9E-A341-EDD4-F1A6971F4C99}"/>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11</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58124E19-0FF4-24C1-5F8C-A766CADD94D6}"/>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F2C5E16B-DDE6-D868-A109-5FF9114F6239}"/>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F8FADDB8-A789-907D-4612-3F83D4BA0B7D}"/>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E8FF8A86-0B7D-1C61-6EA2-422DA7CDB3EB}"/>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0F20783B-E99E-EB24-D45C-10BFADFC50E1}"/>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B443BFF4-1AD6-11D7-D5E1-7F3D137A08CD}"/>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11</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CB9FDE59-82F5-365B-6D0A-541C2FEFFE2B}"/>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6362DFEB-32C6-79D9-D11C-9B71BCD49BBF}"/>
              </a:ext>
            </a:extLst>
          </p:cNvPr>
          <p:cNvSpPr txBox="1">
            <a:spLocks noGrp="1"/>
          </p:cNvSpPr>
          <p:nvPr/>
        </p:nvSpPr>
        <p:spPr bwMode="auto">
          <a:xfrm>
            <a:off x="209552" y="6491303"/>
            <a:ext cx="4650480"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D73246D9-185F-64E4-1351-021E58CDB090}"/>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E928B348-7D2D-10D6-15A8-11DA64486AAE}"/>
              </a:ext>
            </a:extLst>
          </p:cNvPr>
          <p:cNvSpPr txBox="1">
            <a:spLocks noChangeArrowheads="1"/>
          </p:cNvSpPr>
          <p:nvPr/>
        </p:nvSpPr>
        <p:spPr bwMode="auto">
          <a:xfrm>
            <a:off x="200041" y="760833"/>
            <a:ext cx="8943975" cy="5632311"/>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Étude de Cas : Anatomie d'une Attaque par Tautologie</a:t>
            </a: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nSpc>
                <a:spcPct val="150000"/>
              </a:lnSpc>
              <a:spcBef>
                <a:spcPct val="50000"/>
              </a:spcBef>
              <a:buClr>
                <a:schemeClr val="tx2"/>
              </a:buClr>
            </a:pPr>
            <a:r>
              <a:rPr lang="fr-FR" sz="2000" dirty="0">
                <a:latin typeface="Times New Roman" panose="02020603050405020304" pitchFamily="18" charset="0"/>
                <a:cs typeface="Times New Roman" panose="02020603050405020304" pitchFamily="18" charset="0"/>
              </a:rPr>
              <a:t>Cette étude de cas montre clairement comment une requête SQL vulnérable peut être détournée par une injection de type tautologie. Dans le premier exemple, l’application vérifie normalement les identifiants saisis. Mais dans le second, l’ajout de l’expression </a:t>
            </a:r>
            <a:r>
              <a:rPr lang="fr-FR" sz="2000" b="1" dirty="0">
                <a:latin typeface="Times New Roman" panose="02020603050405020304" pitchFamily="18" charset="0"/>
                <a:cs typeface="Times New Roman" panose="02020603050405020304" pitchFamily="18" charset="0"/>
              </a:rPr>
              <a:t>OR 1=1 </a:t>
            </a:r>
            <a:r>
              <a:rPr lang="fr-FR" sz="2000" dirty="0">
                <a:latin typeface="Times New Roman" panose="02020603050405020304" pitchFamily="18" charset="0"/>
                <a:cs typeface="Times New Roman" panose="02020603050405020304" pitchFamily="18" charset="0"/>
              </a:rPr>
              <a:t>rend la condition toujours vraie et permet de contourner l’authentification. Ce scénario illustre la simplicité et la gravité d’une attaque par injection </a:t>
            </a:r>
            <a:r>
              <a:rPr lang="fr-FR" sz="2000" b="1" dirty="0">
                <a:latin typeface="Times New Roman" panose="02020603050405020304" pitchFamily="18" charset="0"/>
                <a:cs typeface="Times New Roman" panose="02020603050405020304" pitchFamily="18" charset="0"/>
              </a:rPr>
              <a:t>SQL </a:t>
            </a:r>
            <a:r>
              <a:rPr lang="fr-FR" sz="2000" dirty="0">
                <a:latin typeface="Times New Roman" panose="02020603050405020304" pitchFamily="18" charset="0"/>
                <a:cs typeface="Times New Roman" panose="02020603050405020304" pitchFamily="18" charset="0"/>
              </a:rPr>
              <a:t>: une seule ligne mal protégée suffit à compromettre la sécurité. La leçon à retenir est qu’il est indispensable d’utiliser des requêtes préparées et des mécanismes de validation pour éviter que des données utilisateur ne soient interprétées comme du code.</a:t>
            </a: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72" name="Tableau 171">
            <a:extLst>
              <a:ext uri="{FF2B5EF4-FFF2-40B4-BE49-F238E27FC236}">
                <a16:creationId xmlns:a16="http://schemas.microsoft.com/office/drawing/2014/main" id="{CBA4E53F-0655-10AD-3733-B39EEEA64E31}"/>
              </a:ext>
            </a:extLst>
          </p:cNvPr>
          <p:cNvGraphicFramePr>
            <a:graphicFrameLocks noGrp="1"/>
          </p:cNvGraphicFramePr>
          <p:nvPr>
            <p:extLst>
              <p:ext uri="{D42A27DB-BD31-4B8C-83A1-F6EECF244321}">
                <p14:modId xmlns:p14="http://schemas.microsoft.com/office/powerpoint/2010/main" val="1571278346"/>
              </p:ext>
            </p:extLst>
          </p:nvPr>
        </p:nvGraphicFramePr>
        <p:xfrm>
          <a:off x="2" y="-27384"/>
          <a:ext cx="9144002" cy="670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735087">
                  <a:extLst>
                    <a:ext uri="{9D8B030D-6E8A-4147-A177-3AD203B41FA5}">
                      <a16:colId xmlns:a16="http://schemas.microsoft.com/office/drawing/2014/main" val="20001"/>
                    </a:ext>
                  </a:extLst>
                </a:gridCol>
                <a:gridCol w="1922515">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70560">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D81A617D-BA4E-DC4B-B73D-6A7329E7F77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097867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BB096-5BCD-0285-6493-D5C3E9B2DE20}"/>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530A8994-1CF8-14A1-F843-4CFA110E5F6F}"/>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12</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7BCC216D-9DF6-C39A-0912-2D4EFC6E3573}"/>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D65C09E2-2D26-896F-4A9A-1CB5ABD8693C}"/>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D6A4AC87-83DB-0B61-BDFF-3F64CA94561B}"/>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44772B5E-7A90-0A13-AD76-F54B49832C57}"/>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E11AC122-1417-F054-352C-7D5E9D14B445}"/>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8D0E9DC9-EAFC-162D-3836-703A29D6C5EC}"/>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12</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F9DB6B24-466D-90FB-2C52-1192F54D1DA0}"/>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1B47A24D-E42F-04D5-15D7-2FD97F36FAAE}"/>
              </a:ext>
            </a:extLst>
          </p:cNvPr>
          <p:cNvSpPr txBox="1">
            <a:spLocks noGrp="1"/>
          </p:cNvSpPr>
          <p:nvPr/>
        </p:nvSpPr>
        <p:spPr bwMode="auto">
          <a:xfrm>
            <a:off x="209552" y="6491303"/>
            <a:ext cx="450646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8B380D92-41F3-7D95-4DEE-E872281340FE}"/>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1C2BDEC9-3DCF-CE1B-7088-BB049A1517AE}"/>
              </a:ext>
            </a:extLst>
          </p:cNvPr>
          <p:cNvSpPr txBox="1">
            <a:spLocks noChangeArrowheads="1"/>
          </p:cNvSpPr>
          <p:nvPr/>
        </p:nvSpPr>
        <p:spPr bwMode="auto">
          <a:xfrm>
            <a:off x="200041" y="760832"/>
            <a:ext cx="8943975" cy="5786199"/>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Classification et Taxonomie des Injections SQL</a:t>
            </a:r>
          </a:p>
          <a:p>
            <a:pPr>
              <a:spcBef>
                <a:spcPct val="50000"/>
              </a:spcBef>
              <a:buClr>
                <a:schemeClr val="tx2"/>
              </a:buClr>
            </a:pPr>
            <a:r>
              <a:rPr lang="fr-FR" sz="2000" dirty="0"/>
              <a:t> </a:t>
            </a:r>
          </a:p>
          <a:p>
            <a:pPr marL="342874" indent="-342874">
              <a:spcBef>
                <a:spcPct val="50000"/>
              </a:spcBef>
              <a:buClr>
                <a:schemeClr val="tx2"/>
              </a:buClr>
              <a:buFont typeface="Arial" panose="020B0604020202020204" pitchFamily="34" charset="0"/>
              <a:buChar char="•"/>
            </a:pPr>
            <a:r>
              <a:rPr lang="fr-FR" sz="2000" b="1" i="1" dirty="0">
                <a:solidFill>
                  <a:schemeClr val="tx2"/>
                </a:solidFill>
                <a:latin typeface="Times New Roman" panose="02020603050405020304" pitchFamily="18" charset="0"/>
                <a:cs typeface="Times New Roman" panose="02020603050405020304" pitchFamily="18" charset="0"/>
              </a:rPr>
              <a:t>In-Band SQLi (Classique) : </a:t>
            </a:r>
            <a:r>
              <a:rPr lang="fr-FR" sz="2000" dirty="0">
                <a:latin typeface="Times New Roman" panose="02020603050405020304" pitchFamily="18" charset="0"/>
                <a:cs typeface="Times New Roman" panose="02020603050405020304" pitchFamily="18" charset="0"/>
              </a:rPr>
              <a:t>L'attaquant utilise le même canal de communication pour lancer l'attaque et récupérer les résultats.</a:t>
            </a:r>
          </a:p>
          <a:p>
            <a:pPr marL="342874" indent="20638">
              <a:spcBef>
                <a:spcPct val="50000"/>
              </a:spcBef>
              <a:buClr>
                <a:schemeClr val="tx2"/>
              </a:buClr>
              <a:buFont typeface="Arial" panose="020B0604020202020204" pitchFamily="34" charset="0"/>
              <a:buChar char="•"/>
            </a:pPr>
            <a:r>
              <a:rPr lang="fr-FR" sz="2000" dirty="0"/>
              <a:t>      </a:t>
            </a:r>
            <a:r>
              <a:rPr lang="fr-FR" sz="2000" b="1" i="1" dirty="0">
                <a:solidFill>
                  <a:schemeClr val="tx2"/>
                </a:solidFill>
                <a:latin typeface="Times New Roman" panose="02020603050405020304" pitchFamily="18" charset="0"/>
                <a:cs typeface="Times New Roman" panose="02020603050405020304" pitchFamily="18" charset="0"/>
              </a:rPr>
              <a:t>Union-based</a:t>
            </a: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Utilise l'opérateur UNION pour fusionner les résultats de la     </a:t>
            </a:r>
          </a:p>
          <a:p>
            <a:pPr marL="342874">
              <a:spcBef>
                <a:spcPct val="50000"/>
              </a:spcBef>
              <a:buClr>
                <a:schemeClr val="tx2"/>
              </a:buClr>
            </a:pPr>
            <a:r>
              <a:rPr lang="fr-FR" sz="2000" dirty="0">
                <a:latin typeface="Times New Roman" panose="02020603050405020304" pitchFamily="18" charset="0"/>
                <a:cs typeface="Times New Roman" panose="02020603050405020304" pitchFamily="18" charset="0"/>
              </a:rPr>
              <a:t>       requête légitime avec une requête malveillante.</a:t>
            </a:r>
          </a:p>
          <a:p>
            <a:pPr marL="685750" indent="-342874">
              <a:spcBef>
                <a:spcPct val="50000"/>
              </a:spcBef>
              <a:buClr>
                <a:schemeClr val="tx2"/>
              </a:buClr>
              <a:buFont typeface="Arial" panose="020B0604020202020204" pitchFamily="34" charset="0"/>
              <a:buChar char="•"/>
            </a:pPr>
            <a:r>
              <a:rPr lang="fr-FR" sz="2000" b="1" i="1" dirty="0">
                <a:solidFill>
                  <a:schemeClr val="tx2"/>
                </a:solidFill>
                <a:latin typeface="Times New Roman" panose="02020603050405020304" pitchFamily="18" charset="0"/>
                <a:cs typeface="Times New Roman" panose="02020603050405020304" pitchFamily="18" charset="0"/>
              </a:rPr>
              <a:t>Error-based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Exploite les messages 'erreur du SGBD pour obtenir des informations sur la structure de la base.</a:t>
            </a:r>
          </a:p>
          <a:p>
            <a:pPr marL="363514" indent="-363514">
              <a:spcBef>
                <a:spcPct val="50000"/>
              </a:spcBef>
              <a:buClr>
                <a:schemeClr val="tx2"/>
              </a:buClr>
              <a:buFont typeface="Arial" panose="020B0604020202020204" pitchFamily="34" charset="0"/>
              <a:buChar char="•"/>
            </a:pPr>
            <a:r>
              <a:rPr lang="fr-FR" sz="2000" b="1" dirty="0">
                <a:solidFill>
                  <a:schemeClr val="tx2"/>
                </a:solidFill>
              </a:rPr>
              <a:t>Inferential SQLi (Blind / Aveugle) </a:t>
            </a:r>
            <a:r>
              <a:rPr lang="fr-FR" sz="2000" dirty="0">
                <a:latin typeface="Times New Roman" panose="02020603050405020304" pitchFamily="18" charset="0"/>
                <a:cs typeface="Times New Roman" panose="02020603050405020304" pitchFamily="18" charset="0"/>
              </a:rPr>
              <a:t>:  Aucune donnée n'est transférée directement. L'attaquant reconstruit la base en posant des questions "Vrai/Faux".</a:t>
            </a:r>
          </a:p>
          <a:p>
            <a:pPr marL="714321" indent="-350814">
              <a:spcBef>
                <a:spcPct val="50000"/>
              </a:spcBef>
              <a:buClr>
                <a:schemeClr val="tx2"/>
              </a:buClr>
              <a:buFont typeface="Arial" panose="020B0604020202020204" pitchFamily="34" charset="0"/>
              <a:buChar char="•"/>
            </a:pPr>
            <a:r>
              <a:rPr lang="fr-FR" sz="2000" b="1" i="1" dirty="0">
                <a:solidFill>
                  <a:schemeClr val="tx2"/>
                </a:solidFill>
                <a:latin typeface="Times New Roman" panose="02020603050405020304" pitchFamily="18" charset="0"/>
                <a:cs typeface="Times New Roman" panose="02020603050405020304" pitchFamily="18" charset="0"/>
              </a:rPr>
              <a:t>Boolean-based </a:t>
            </a:r>
            <a:r>
              <a:rPr lang="fr-FR" sz="2000" i="1" dirty="0"/>
              <a:t>:</a:t>
            </a:r>
            <a:r>
              <a:rPr lang="fr-FR" sz="2000" dirty="0"/>
              <a:t> </a:t>
            </a:r>
            <a:r>
              <a:rPr lang="fr-FR" sz="2000" dirty="0">
                <a:latin typeface="Times New Roman" panose="02020603050405020304" pitchFamily="18" charset="0"/>
                <a:cs typeface="Times New Roman" panose="02020603050405020304" pitchFamily="18" charset="0"/>
              </a:rPr>
              <a:t>Analyse la différence de contenu dans la réponse HTTP.</a:t>
            </a:r>
          </a:p>
          <a:p>
            <a:pPr marL="714321" indent="-350814">
              <a:spcBef>
                <a:spcPct val="50000"/>
              </a:spcBef>
              <a:buClr>
                <a:schemeClr val="tx2"/>
              </a:buClr>
              <a:buFont typeface="Arial" panose="020B0604020202020204" pitchFamily="34" charset="0"/>
              <a:buChar char="•"/>
            </a:pPr>
            <a:r>
              <a:rPr lang="fr-FR" sz="2000" b="1" i="1" dirty="0">
                <a:solidFill>
                  <a:schemeClr val="tx2"/>
                </a:solidFill>
                <a:latin typeface="Times New Roman" panose="02020603050405020304" pitchFamily="18" charset="0"/>
                <a:cs typeface="Times New Roman" panose="02020603050405020304" pitchFamily="18" charset="0"/>
              </a:rPr>
              <a:t>Time-based :</a:t>
            </a:r>
            <a:r>
              <a:rPr lang="fr-FR" sz="2000" dirty="0"/>
              <a:t> </a:t>
            </a:r>
            <a:r>
              <a:rPr lang="fr-FR" sz="2000" dirty="0">
                <a:latin typeface="Times New Roman" panose="02020603050405020304" pitchFamily="18" charset="0"/>
                <a:cs typeface="Times New Roman" panose="02020603050405020304" pitchFamily="18" charset="0"/>
              </a:rPr>
              <a:t>Analyse les délais de réponse </a:t>
            </a:r>
            <a:r>
              <a:rPr lang="fr-FR" sz="2000" dirty="0"/>
              <a:t>(ex: </a:t>
            </a:r>
            <a:r>
              <a:rPr lang="fr-FR" i="1" dirty="0">
                <a:latin typeface="Times New Roman" panose="02020603050405020304" pitchFamily="18" charset="0"/>
                <a:cs typeface="Times New Roman" panose="02020603050405020304" pitchFamily="18" charset="0"/>
              </a:rPr>
              <a:t>WAITFOR</a:t>
            </a:r>
            <a:r>
              <a:rPr lang="fr-FR" sz="2000" dirty="0"/>
              <a:t> </a:t>
            </a:r>
            <a:r>
              <a:rPr lang="fr-FR" i="1" dirty="0">
                <a:latin typeface="Times New Roman" panose="02020603050405020304" pitchFamily="18" charset="0"/>
                <a:cs typeface="Times New Roman" panose="02020603050405020304" pitchFamily="18" charset="0"/>
              </a:rPr>
              <a:t>DELAY ou SLEEP</a:t>
            </a:r>
            <a:r>
              <a:rPr lang="fr-FR" dirty="0"/>
              <a:t>())</a:t>
            </a:r>
          </a:p>
          <a:p>
            <a:pPr marL="363514" indent="-363514">
              <a:spcBef>
                <a:spcPct val="50000"/>
              </a:spcBef>
              <a:buClr>
                <a:schemeClr val="tx2"/>
              </a:buClr>
              <a:buFont typeface="Arial" panose="020B0604020202020204" pitchFamily="34" charset="0"/>
              <a:buChar char="•"/>
            </a:pPr>
            <a:r>
              <a:rPr lang="fr-FR" sz="2000" b="1" i="1" dirty="0">
                <a:solidFill>
                  <a:schemeClr val="tx2"/>
                </a:solidFill>
                <a:latin typeface="Times New Roman" panose="02020603050405020304" pitchFamily="18" charset="0"/>
                <a:cs typeface="Times New Roman" panose="02020603050405020304" pitchFamily="18" charset="0"/>
              </a:rPr>
              <a:t>Out-of-Band SQLi :</a:t>
            </a:r>
            <a:r>
              <a:rPr lang="fr-FR" sz="2000" i="1"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Utilisation de protocoles externes (DNS, HTTP) pour exfiltrer les données si le canal direct est filtré.</a:t>
            </a:r>
          </a:p>
        </p:txBody>
      </p:sp>
      <p:graphicFrame>
        <p:nvGraphicFramePr>
          <p:cNvPr id="172" name="Tableau 171">
            <a:extLst>
              <a:ext uri="{FF2B5EF4-FFF2-40B4-BE49-F238E27FC236}">
                <a16:creationId xmlns:a16="http://schemas.microsoft.com/office/drawing/2014/main" id="{7A9B0D54-0901-7704-03E6-361CE380A195}"/>
              </a:ext>
            </a:extLst>
          </p:cNvPr>
          <p:cNvGraphicFramePr>
            <a:graphicFrameLocks noGrp="1"/>
          </p:cNvGraphicFramePr>
          <p:nvPr>
            <p:extLst>
              <p:ext uri="{D42A27DB-BD31-4B8C-83A1-F6EECF244321}">
                <p14:modId xmlns:p14="http://schemas.microsoft.com/office/powerpoint/2010/main" val="4096975930"/>
              </p:ext>
            </p:extLst>
          </p:nvPr>
        </p:nvGraphicFramePr>
        <p:xfrm>
          <a:off x="2" y="-27384"/>
          <a:ext cx="9144002" cy="5486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2138534">
                  <a:extLst>
                    <a:ext uri="{9D8B030D-6E8A-4147-A177-3AD203B41FA5}">
                      <a16:colId xmlns:a16="http://schemas.microsoft.com/office/drawing/2014/main" val="20002"/>
                    </a:ext>
                  </a:extLst>
                </a:gridCol>
                <a:gridCol w="1519068">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83581">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t>Conclusion</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85362974-0EAB-D868-36DD-1F5EB9BCFEE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99720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2" end="2"/>
                                            </p:txEl>
                                          </p:spTgt>
                                        </p:tgtEl>
                                        <p:attrNameLst>
                                          <p:attrName>style.visibility</p:attrName>
                                        </p:attrNameLst>
                                      </p:cBhvr>
                                      <p:to>
                                        <p:strVal val="visible"/>
                                      </p:to>
                                    </p:set>
                                    <p:animEffect transition="in" filter="fade">
                                      <p:cBhvr>
                                        <p:cTn id="7" dur="1000"/>
                                        <p:tgtEl>
                                          <p:spTgt spid="26">
                                            <p:txEl>
                                              <p:pRg st="2" end="2"/>
                                            </p:txEl>
                                          </p:spTgt>
                                        </p:tgtEl>
                                      </p:cBhvr>
                                    </p:animEffect>
                                    <p:anim calcmode="lin" valueType="num">
                                      <p:cBhvr>
                                        <p:cTn id="8"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6">
                                            <p:txEl>
                                              <p:pRg st="3" end="3"/>
                                            </p:txEl>
                                          </p:spTgt>
                                        </p:tgtEl>
                                        <p:attrNameLst>
                                          <p:attrName>style.visibility</p:attrName>
                                        </p:attrNameLst>
                                      </p:cBhvr>
                                      <p:to>
                                        <p:strVal val="visible"/>
                                      </p:to>
                                    </p:set>
                                    <p:animEffect transition="in" filter="fade">
                                      <p:cBhvr>
                                        <p:cTn id="12" dur="1000"/>
                                        <p:tgtEl>
                                          <p:spTgt spid="26">
                                            <p:txEl>
                                              <p:pRg st="3" end="3"/>
                                            </p:txEl>
                                          </p:spTgt>
                                        </p:tgtEl>
                                      </p:cBhvr>
                                    </p:animEffect>
                                    <p:anim calcmode="lin" valueType="num">
                                      <p:cBhvr>
                                        <p:cTn id="13"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14"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6">
                                            <p:txEl>
                                              <p:pRg st="4" end="4"/>
                                            </p:txEl>
                                          </p:spTgt>
                                        </p:tgtEl>
                                        <p:attrNameLst>
                                          <p:attrName>style.visibility</p:attrName>
                                        </p:attrNameLst>
                                      </p:cBhvr>
                                      <p:to>
                                        <p:strVal val="visible"/>
                                      </p:to>
                                    </p:set>
                                    <p:animEffect transition="in" filter="fade">
                                      <p:cBhvr>
                                        <p:cTn id="17" dur="1000"/>
                                        <p:tgtEl>
                                          <p:spTgt spid="26">
                                            <p:txEl>
                                              <p:pRg st="4" end="4"/>
                                            </p:txEl>
                                          </p:spTgt>
                                        </p:tgtEl>
                                      </p:cBhvr>
                                    </p:animEffect>
                                    <p:anim calcmode="lin" valueType="num">
                                      <p:cBhvr>
                                        <p:cTn id="18"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19"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6">
                                            <p:txEl>
                                              <p:pRg st="5" end="5"/>
                                            </p:txEl>
                                          </p:spTgt>
                                        </p:tgtEl>
                                        <p:attrNameLst>
                                          <p:attrName>style.visibility</p:attrName>
                                        </p:attrNameLst>
                                      </p:cBhvr>
                                      <p:to>
                                        <p:strVal val="visible"/>
                                      </p:to>
                                    </p:set>
                                    <p:animEffect transition="in" filter="fade">
                                      <p:cBhvr>
                                        <p:cTn id="22" dur="1000"/>
                                        <p:tgtEl>
                                          <p:spTgt spid="26">
                                            <p:txEl>
                                              <p:pRg st="5" end="5"/>
                                            </p:txEl>
                                          </p:spTgt>
                                        </p:tgtEl>
                                      </p:cBhvr>
                                    </p:animEffect>
                                    <p:anim calcmode="lin" valueType="num">
                                      <p:cBhvr>
                                        <p:cTn id="23"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24" dur="1000" fill="hold"/>
                                        <p:tgtEl>
                                          <p:spTgt spid="26">
                                            <p:txEl>
                                              <p:pRg st="5" end="5"/>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6">
                                            <p:txEl>
                                              <p:pRg st="6" end="6"/>
                                            </p:txEl>
                                          </p:spTgt>
                                        </p:tgtEl>
                                        <p:attrNameLst>
                                          <p:attrName>style.visibility</p:attrName>
                                        </p:attrNameLst>
                                      </p:cBhvr>
                                      <p:to>
                                        <p:strVal val="visible"/>
                                      </p:to>
                                    </p:set>
                                    <p:animEffect transition="in" filter="fade">
                                      <p:cBhvr>
                                        <p:cTn id="27" dur="1000"/>
                                        <p:tgtEl>
                                          <p:spTgt spid="26">
                                            <p:txEl>
                                              <p:pRg st="6" end="6"/>
                                            </p:txEl>
                                          </p:spTgt>
                                        </p:tgtEl>
                                      </p:cBhvr>
                                    </p:animEffect>
                                    <p:anim calcmode="lin" valueType="num">
                                      <p:cBhvr>
                                        <p:cTn id="28"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29" dur="1000" fill="hold"/>
                                        <p:tgtEl>
                                          <p:spTgt spid="26">
                                            <p:txEl>
                                              <p:pRg st="6" end="6"/>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xEl>
                                              <p:pRg st="7" end="7"/>
                                            </p:txEl>
                                          </p:spTgt>
                                        </p:tgtEl>
                                        <p:attrNameLst>
                                          <p:attrName>style.visibility</p:attrName>
                                        </p:attrNameLst>
                                      </p:cBhvr>
                                      <p:to>
                                        <p:strVal val="visible"/>
                                      </p:to>
                                    </p:set>
                                    <p:animEffect transition="in" filter="fade">
                                      <p:cBhvr>
                                        <p:cTn id="32" dur="1000"/>
                                        <p:tgtEl>
                                          <p:spTgt spid="26">
                                            <p:txEl>
                                              <p:pRg st="7" end="7"/>
                                            </p:txEl>
                                          </p:spTgt>
                                        </p:tgtEl>
                                      </p:cBhvr>
                                    </p:animEffect>
                                    <p:anim calcmode="lin" valueType="num">
                                      <p:cBhvr>
                                        <p:cTn id="33" dur="1000" fill="hold"/>
                                        <p:tgtEl>
                                          <p:spTgt spid="26">
                                            <p:txEl>
                                              <p:pRg st="7" end="7"/>
                                            </p:txEl>
                                          </p:spTgt>
                                        </p:tgtEl>
                                        <p:attrNameLst>
                                          <p:attrName>ppt_x</p:attrName>
                                        </p:attrNameLst>
                                      </p:cBhvr>
                                      <p:tavLst>
                                        <p:tav tm="0">
                                          <p:val>
                                            <p:strVal val="#ppt_x"/>
                                          </p:val>
                                        </p:tav>
                                        <p:tav tm="100000">
                                          <p:val>
                                            <p:strVal val="#ppt_x"/>
                                          </p:val>
                                        </p:tav>
                                      </p:tavLst>
                                    </p:anim>
                                    <p:anim calcmode="lin" valueType="num">
                                      <p:cBhvr>
                                        <p:cTn id="34" dur="1000" fill="hold"/>
                                        <p:tgtEl>
                                          <p:spTgt spid="26">
                                            <p:txEl>
                                              <p:pRg st="7" end="7"/>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6">
                                            <p:txEl>
                                              <p:pRg st="8" end="8"/>
                                            </p:txEl>
                                          </p:spTgt>
                                        </p:tgtEl>
                                        <p:attrNameLst>
                                          <p:attrName>style.visibility</p:attrName>
                                        </p:attrNameLst>
                                      </p:cBhvr>
                                      <p:to>
                                        <p:strVal val="visible"/>
                                      </p:to>
                                    </p:set>
                                    <p:animEffect transition="in" filter="fade">
                                      <p:cBhvr>
                                        <p:cTn id="37" dur="1000"/>
                                        <p:tgtEl>
                                          <p:spTgt spid="26">
                                            <p:txEl>
                                              <p:pRg st="8" end="8"/>
                                            </p:txEl>
                                          </p:spTgt>
                                        </p:tgtEl>
                                      </p:cBhvr>
                                    </p:animEffect>
                                    <p:anim calcmode="lin" valueType="num">
                                      <p:cBhvr>
                                        <p:cTn id="38" dur="1000" fill="hold"/>
                                        <p:tgtEl>
                                          <p:spTgt spid="26">
                                            <p:txEl>
                                              <p:pRg st="8" end="8"/>
                                            </p:txEl>
                                          </p:spTgt>
                                        </p:tgtEl>
                                        <p:attrNameLst>
                                          <p:attrName>ppt_x</p:attrName>
                                        </p:attrNameLst>
                                      </p:cBhvr>
                                      <p:tavLst>
                                        <p:tav tm="0">
                                          <p:val>
                                            <p:strVal val="#ppt_x"/>
                                          </p:val>
                                        </p:tav>
                                        <p:tav tm="100000">
                                          <p:val>
                                            <p:strVal val="#ppt_x"/>
                                          </p:val>
                                        </p:tav>
                                      </p:tavLst>
                                    </p:anim>
                                    <p:anim calcmode="lin" valueType="num">
                                      <p:cBhvr>
                                        <p:cTn id="39" dur="1000" fill="hold"/>
                                        <p:tgtEl>
                                          <p:spTgt spid="26">
                                            <p:txEl>
                                              <p:pRg st="8" end="8"/>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xEl>
                                              <p:pRg st="9" end="9"/>
                                            </p:txEl>
                                          </p:spTgt>
                                        </p:tgtEl>
                                        <p:attrNameLst>
                                          <p:attrName>style.visibility</p:attrName>
                                        </p:attrNameLst>
                                      </p:cBhvr>
                                      <p:to>
                                        <p:strVal val="visible"/>
                                      </p:to>
                                    </p:set>
                                    <p:animEffect transition="in" filter="fade">
                                      <p:cBhvr>
                                        <p:cTn id="42" dur="1000"/>
                                        <p:tgtEl>
                                          <p:spTgt spid="26">
                                            <p:txEl>
                                              <p:pRg st="9" end="9"/>
                                            </p:txEl>
                                          </p:spTgt>
                                        </p:tgtEl>
                                      </p:cBhvr>
                                    </p:animEffect>
                                    <p:anim calcmode="lin" valueType="num">
                                      <p:cBhvr>
                                        <p:cTn id="43" dur="1000" fill="hold"/>
                                        <p:tgtEl>
                                          <p:spTgt spid="26">
                                            <p:txEl>
                                              <p:pRg st="9" end="9"/>
                                            </p:txEl>
                                          </p:spTgt>
                                        </p:tgtEl>
                                        <p:attrNameLst>
                                          <p:attrName>ppt_x</p:attrName>
                                        </p:attrNameLst>
                                      </p:cBhvr>
                                      <p:tavLst>
                                        <p:tav tm="0">
                                          <p:val>
                                            <p:strVal val="#ppt_x"/>
                                          </p:val>
                                        </p:tav>
                                        <p:tav tm="100000">
                                          <p:val>
                                            <p:strVal val="#ppt_x"/>
                                          </p:val>
                                        </p:tav>
                                      </p:tavLst>
                                    </p:anim>
                                    <p:anim calcmode="lin" valueType="num">
                                      <p:cBhvr>
                                        <p:cTn id="44" dur="1000" fill="hold"/>
                                        <p:tgtEl>
                                          <p:spTgt spid="26">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4C4640-D9E1-3A5F-B398-42A853B775C4}"/>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C38E2DF9-B2EA-8F1E-989C-A4FB5DBC1655}"/>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13</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34A673D1-22ED-9B92-ED22-0C8D7B800FE6}"/>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F1014F16-75EF-AD32-A78C-FCBAF9CF9BF6}"/>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686EAB86-7EEB-1BF7-ADB7-35B026695AC7}"/>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98977D75-6AF9-8088-C7F5-B8E896212773}"/>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92138CAD-653E-316A-BBCC-6F67FE424F43}"/>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584F7793-9848-42CD-128B-059CB82DB05E}"/>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13</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8B47ACFF-787A-9043-FEE1-B2F322A4B486}"/>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CC878C4E-EFF7-4A86-5548-ECADD1689554}"/>
              </a:ext>
            </a:extLst>
          </p:cNvPr>
          <p:cNvSpPr txBox="1">
            <a:spLocks noGrp="1"/>
          </p:cNvSpPr>
          <p:nvPr/>
        </p:nvSpPr>
        <p:spPr bwMode="auto">
          <a:xfrm>
            <a:off x="209569" y="6491303"/>
            <a:ext cx="4486397"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3EC658BF-CBC4-5792-53C0-7A80FCFCA42F}"/>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9EEEC062-218F-91DA-FE18-56E07854003C}"/>
              </a:ext>
            </a:extLst>
          </p:cNvPr>
          <p:cNvSpPr txBox="1">
            <a:spLocks noChangeArrowheads="1"/>
          </p:cNvSpPr>
          <p:nvPr/>
        </p:nvSpPr>
        <p:spPr bwMode="auto">
          <a:xfrm>
            <a:off x="200041" y="760829"/>
            <a:ext cx="8943975" cy="5478423"/>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Classification et Taxonomie des Injections SQL</a:t>
            </a:r>
          </a:p>
          <a:p>
            <a:pPr marL="363510">
              <a:spcBef>
                <a:spcPct val="50000"/>
              </a:spcBef>
              <a:buClr>
                <a:schemeClr val="tx2"/>
              </a:buClr>
            </a:pPr>
            <a:endParaRPr lang="fr-FR" sz="2000" dirty="0">
              <a:latin typeface="Times New Roman" panose="02020603050405020304" pitchFamily="18" charset="0"/>
              <a:cs typeface="Times New Roman" panose="02020603050405020304" pitchFamily="18" charset="0"/>
            </a:endParaRPr>
          </a:p>
          <a:p>
            <a:pPr>
              <a:spcBef>
                <a:spcPct val="50000"/>
              </a:spcBef>
              <a:buClr>
                <a:schemeClr val="tx2"/>
              </a:buClr>
            </a:pPr>
            <a:r>
              <a:rPr lang="fr-FR" sz="2000" b="1" dirty="0">
                <a:solidFill>
                  <a:schemeClr val="tx2"/>
                </a:solidFill>
                <a:latin typeface="Times New Roman" panose="02020603050405020304" pitchFamily="18" charset="0"/>
                <a:cs typeface="Times New Roman" panose="02020603050405020304" pitchFamily="18" charset="0"/>
              </a:rPr>
              <a:t> </a:t>
            </a: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172" name="Tableau 171">
            <a:extLst>
              <a:ext uri="{FF2B5EF4-FFF2-40B4-BE49-F238E27FC236}">
                <a16:creationId xmlns:a16="http://schemas.microsoft.com/office/drawing/2014/main" id="{66DCA090-B9DB-6582-AFCC-EB1FE0F057F0}"/>
              </a:ext>
            </a:extLst>
          </p:cNvPr>
          <p:cNvGraphicFramePr>
            <a:graphicFrameLocks noGrp="1"/>
          </p:cNvGraphicFramePr>
          <p:nvPr>
            <p:extLst>
              <p:ext uri="{D42A27DB-BD31-4B8C-83A1-F6EECF244321}">
                <p14:modId xmlns:p14="http://schemas.microsoft.com/office/powerpoint/2010/main" val="1053174471"/>
              </p:ext>
            </p:extLst>
          </p:nvPr>
        </p:nvGraphicFramePr>
        <p:xfrm>
          <a:off x="2" y="-27384"/>
          <a:ext cx="9144002" cy="67056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922511">
                  <a:extLst>
                    <a:ext uri="{9D8B030D-6E8A-4147-A177-3AD203B41FA5}">
                      <a16:colId xmlns:a16="http://schemas.microsoft.com/office/drawing/2014/main" val="20002"/>
                    </a:ext>
                  </a:extLst>
                </a:gridCol>
                <a:gridCol w="1735091">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70560">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Solution Proposée</a:t>
                      </a:r>
                      <a:endParaRPr lang="fr-FR" sz="1500" dirty="0">
                        <a:effectLst/>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900" b="1" kern="1200" dirty="0">
                          <a:solidFill>
                            <a:schemeClr val="lt1"/>
                          </a:solidFill>
                          <a:effectLst/>
                          <a:latin typeface="+mn-lt"/>
                          <a:ea typeface="+mn-ea"/>
                          <a:cs typeface="+mn-cs"/>
                        </a:rPr>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graphicFrame>
        <p:nvGraphicFramePr>
          <p:cNvPr id="2" name="Tableau 1">
            <a:extLst>
              <a:ext uri="{FF2B5EF4-FFF2-40B4-BE49-F238E27FC236}">
                <a16:creationId xmlns:a16="http://schemas.microsoft.com/office/drawing/2014/main" id="{B7E7460F-B71D-22BD-2A17-B29B6E6FC9EA}"/>
              </a:ext>
            </a:extLst>
          </p:cNvPr>
          <p:cNvGraphicFramePr>
            <a:graphicFrameLocks noGrp="1"/>
          </p:cNvGraphicFramePr>
          <p:nvPr>
            <p:extLst>
              <p:ext uri="{D42A27DB-BD31-4B8C-83A1-F6EECF244321}">
                <p14:modId xmlns:p14="http://schemas.microsoft.com/office/powerpoint/2010/main" val="696143911"/>
              </p:ext>
            </p:extLst>
          </p:nvPr>
        </p:nvGraphicFramePr>
        <p:xfrm>
          <a:off x="323542" y="1872837"/>
          <a:ext cx="8496946" cy="3240841"/>
        </p:xfrm>
        <a:graphic>
          <a:graphicData uri="http://schemas.openxmlformats.org/drawingml/2006/table">
            <a:tbl>
              <a:tblPr firstRow="1" firstCol="1" bandRow="1">
                <a:tableStyleId>{5C22544A-7EE6-4342-B048-85BDC9FD1C3A}</a:tableStyleId>
              </a:tblPr>
              <a:tblGrid>
                <a:gridCol w="1383380">
                  <a:extLst>
                    <a:ext uri="{9D8B030D-6E8A-4147-A177-3AD203B41FA5}">
                      <a16:colId xmlns:a16="http://schemas.microsoft.com/office/drawing/2014/main" val="1472137626"/>
                    </a:ext>
                  </a:extLst>
                </a:gridCol>
                <a:gridCol w="1609240">
                  <a:extLst>
                    <a:ext uri="{9D8B030D-6E8A-4147-A177-3AD203B41FA5}">
                      <a16:colId xmlns:a16="http://schemas.microsoft.com/office/drawing/2014/main" val="3465354039"/>
                    </a:ext>
                  </a:extLst>
                </a:gridCol>
                <a:gridCol w="1172129">
                  <a:extLst>
                    <a:ext uri="{9D8B030D-6E8A-4147-A177-3AD203B41FA5}">
                      <a16:colId xmlns:a16="http://schemas.microsoft.com/office/drawing/2014/main" val="2918292873"/>
                    </a:ext>
                  </a:extLst>
                </a:gridCol>
                <a:gridCol w="1590747">
                  <a:extLst>
                    <a:ext uri="{9D8B030D-6E8A-4147-A177-3AD203B41FA5}">
                      <a16:colId xmlns:a16="http://schemas.microsoft.com/office/drawing/2014/main" val="2156268179"/>
                    </a:ext>
                  </a:extLst>
                </a:gridCol>
                <a:gridCol w="1579353">
                  <a:extLst>
                    <a:ext uri="{9D8B030D-6E8A-4147-A177-3AD203B41FA5}">
                      <a16:colId xmlns:a16="http://schemas.microsoft.com/office/drawing/2014/main" val="3957076093"/>
                    </a:ext>
                  </a:extLst>
                </a:gridCol>
                <a:gridCol w="1162097">
                  <a:extLst>
                    <a:ext uri="{9D8B030D-6E8A-4147-A177-3AD203B41FA5}">
                      <a16:colId xmlns:a16="http://schemas.microsoft.com/office/drawing/2014/main" val="4204276330"/>
                    </a:ext>
                  </a:extLst>
                </a:gridCol>
              </a:tblGrid>
              <a:tr h="541816">
                <a:tc>
                  <a:txBody>
                    <a:bodyPr/>
                    <a:lstStyle/>
                    <a:p>
                      <a:pPr algn="ctr">
                        <a:lnSpc>
                          <a:spcPct val="150000"/>
                        </a:lnSpc>
                        <a:spcAft>
                          <a:spcPts val="800"/>
                        </a:spcAft>
                      </a:pPr>
                      <a:r>
                        <a:rPr lang="fr-FR" sz="1200" kern="0" dirty="0">
                          <a:effectLst/>
                        </a:rPr>
                        <a:t>Type d’attaque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algn="ctr">
                        <a:lnSpc>
                          <a:spcPct val="150000"/>
                        </a:lnSpc>
                        <a:spcAft>
                          <a:spcPts val="800"/>
                        </a:spcAft>
                      </a:pPr>
                      <a:r>
                        <a:rPr lang="fr-FR" sz="1200" kern="0" dirty="0">
                          <a:effectLst/>
                        </a:rPr>
                        <a:t>Visibilité des erreurs</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Complexité</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Vitesse d’extraction</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0" indent="0" algn="ctr">
                        <a:lnSpc>
                          <a:spcPct val="150000"/>
                        </a:lnSpc>
                        <a:spcAft>
                          <a:spcPts val="425"/>
                        </a:spcAft>
                        <a:tabLst>
                          <a:tab pos="0" algn="l"/>
                        </a:tabLst>
                      </a:pPr>
                      <a:r>
                        <a:rPr lang="fr-FR" sz="1200" kern="0" dirty="0">
                          <a:effectLst/>
                        </a:rPr>
                        <a:t>Niveau de discrétion</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Pertinence 2026</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extLst>
                  <a:ext uri="{0D108BD9-81ED-4DB2-BD59-A6C34878D82A}">
                    <a16:rowId xmlns:a16="http://schemas.microsoft.com/office/drawing/2014/main" val="2270146130"/>
                  </a:ext>
                </a:extLst>
              </a:tr>
              <a:tr h="566387">
                <a:tc>
                  <a:txBody>
                    <a:bodyPr/>
                    <a:lstStyle/>
                    <a:p>
                      <a:pPr marL="457200" indent="-457200" algn="ctr">
                        <a:lnSpc>
                          <a:spcPct val="150000"/>
                        </a:lnSpc>
                        <a:spcAft>
                          <a:spcPts val="425"/>
                        </a:spcAft>
                      </a:pPr>
                      <a:r>
                        <a:rPr lang="fr-FR" sz="1200" kern="0" dirty="0">
                          <a:effectLst/>
                        </a:rPr>
                        <a:t>Error-based</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l">
                        <a:lnSpc>
                          <a:spcPct val="150000"/>
                        </a:lnSpc>
                        <a:spcAft>
                          <a:spcPts val="425"/>
                        </a:spcAft>
                      </a:pPr>
                      <a:r>
                        <a:rPr lang="fr-FR" sz="1200" kern="0" dirty="0">
                          <a:effectLst/>
                        </a:rPr>
                        <a:t>Faible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Rapide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Faible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Moyenne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extLst>
                  <a:ext uri="{0D108BD9-81ED-4DB2-BD59-A6C34878D82A}">
                    <a16:rowId xmlns:a16="http://schemas.microsoft.com/office/drawing/2014/main" val="2643691299"/>
                  </a:ext>
                </a:extLst>
              </a:tr>
              <a:tr h="566387">
                <a:tc>
                  <a:txBody>
                    <a:bodyPr/>
                    <a:lstStyle/>
                    <a:p>
                      <a:pPr marL="457200" indent="-457200" algn="ctr">
                        <a:lnSpc>
                          <a:spcPct val="150000"/>
                        </a:lnSpc>
                        <a:spcAft>
                          <a:spcPts val="425"/>
                        </a:spcAft>
                      </a:pPr>
                      <a:r>
                        <a:rPr lang="fr-FR" sz="1200" kern="0" dirty="0">
                          <a:effectLst/>
                        </a:rPr>
                        <a:t>Boolean-based</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47675" indent="-361950" algn="ctr">
                        <a:lnSpc>
                          <a:spcPct val="150000"/>
                        </a:lnSpc>
                        <a:spcAft>
                          <a:spcPts val="425"/>
                        </a:spcAft>
                      </a:pPr>
                      <a:r>
                        <a:rPr lang="fr-FR" sz="1200" kern="0" dirty="0">
                          <a:effectLst/>
                        </a:rPr>
                        <a:t>Nulle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l">
                        <a:lnSpc>
                          <a:spcPct val="150000"/>
                        </a:lnSpc>
                        <a:spcAft>
                          <a:spcPts val="425"/>
                        </a:spcAft>
                      </a:pPr>
                      <a:r>
                        <a:rPr lang="fr-FR" sz="1200" kern="0" dirty="0">
                          <a:effectLst/>
                        </a:rPr>
                        <a:t>Moyenne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Moyenne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Moyenne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extLst>
                  <a:ext uri="{0D108BD9-81ED-4DB2-BD59-A6C34878D82A}">
                    <a16:rowId xmlns:a16="http://schemas.microsoft.com/office/drawing/2014/main" val="3208650218"/>
                  </a:ext>
                </a:extLst>
              </a:tr>
              <a:tr h="413644">
                <a:tc>
                  <a:txBody>
                    <a:bodyPr/>
                    <a:lstStyle/>
                    <a:p>
                      <a:pPr marL="457200" indent="-457200" algn="ctr">
                        <a:lnSpc>
                          <a:spcPct val="150000"/>
                        </a:lnSpc>
                        <a:spcAft>
                          <a:spcPts val="425"/>
                        </a:spcAft>
                      </a:pPr>
                      <a:r>
                        <a:rPr lang="fr-FR" sz="1200" kern="0" dirty="0">
                          <a:effectLst/>
                        </a:rPr>
                        <a:t>Time-based</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tabLst>
                          <a:tab pos="0" algn="l"/>
                        </a:tabLst>
                      </a:pPr>
                      <a:r>
                        <a:rPr lang="fr-FR" sz="1200" kern="0" dirty="0">
                          <a:effectLst/>
                        </a:rPr>
                        <a:t>Nulle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l">
                        <a:lnSpc>
                          <a:spcPct val="150000"/>
                        </a:lnSpc>
                        <a:spcAft>
                          <a:spcPts val="425"/>
                        </a:spcAft>
                      </a:pPr>
                      <a:r>
                        <a:rPr lang="fr-FR" sz="1200" kern="0" dirty="0">
                          <a:effectLst/>
                        </a:rPr>
                        <a:t>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Lente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tabLst>
                          <a:tab pos="371475" algn="l"/>
                        </a:tabLst>
                      </a:pPr>
                      <a:r>
                        <a:rPr lang="fr-FR" sz="1200" kern="0" dirty="0">
                          <a:effectLst/>
                        </a:rPr>
                        <a:t>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tabLst>
                          <a:tab pos="371475" algn="l"/>
                        </a:tabLst>
                      </a:pPr>
                      <a:r>
                        <a:rPr lang="fr-FR" sz="1200" kern="0" dirty="0">
                          <a:effectLst/>
                        </a:rPr>
                        <a:t>Très 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extLst>
                  <a:ext uri="{0D108BD9-81ED-4DB2-BD59-A6C34878D82A}">
                    <a16:rowId xmlns:a16="http://schemas.microsoft.com/office/drawing/2014/main" val="153830822"/>
                  </a:ext>
                </a:extLst>
              </a:tr>
              <a:tr h="504056">
                <a:tc>
                  <a:txBody>
                    <a:bodyPr/>
                    <a:lstStyle/>
                    <a:p>
                      <a:pPr marL="457200" indent="-457200" algn="ctr">
                        <a:lnSpc>
                          <a:spcPct val="150000"/>
                        </a:lnSpc>
                        <a:spcAft>
                          <a:spcPts val="425"/>
                        </a:spcAft>
                      </a:pPr>
                      <a:r>
                        <a:rPr lang="fr-FR" sz="1200" kern="0" dirty="0">
                          <a:effectLst/>
                        </a:rPr>
                        <a:t>Second-order</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Variable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l">
                        <a:lnSpc>
                          <a:spcPct val="150000"/>
                        </a:lnSpc>
                        <a:spcAft>
                          <a:spcPts val="425"/>
                        </a:spcAft>
                      </a:pPr>
                      <a:r>
                        <a:rPr lang="fr-FR" sz="1200" kern="0" dirty="0">
                          <a:effectLst/>
                        </a:rPr>
                        <a:t>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Différée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Très 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extLst>
                  <a:ext uri="{0D108BD9-81ED-4DB2-BD59-A6C34878D82A}">
                    <a16:rowId xmlns:a16="http://schemas.microsoft.com/office/drawing/2014/main" val="2478942836"/>
                  </a:ext>
                </a:extLst>
              </a:tr>
              <a:tr h="648551">
                <a:tc>
                  <a:txBody>
                    <a:bodyPr/>
                    <a:lstStyle/>
                    <a:p>
                      <a:pPr marL="457200" indent="-457200" algn="ctr">
                        <a:lnSpc>
                          <a:spcPct val="150000"/>
                        </a:lnSpc>
                        <a:spcAft>
                          <a:spcPts val="425"/>
                        </a:spcAft>
                      </a:pPr>
                      <a:r>
                        <a:rPr lang="fr-FR" sz="1200" kern="0" dirty="0">
                          <a:effectLst/>
                        </a:rPr>
                        <a:t>API/ORM-based</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tabLst>
                          <a:tab pos="349250" algn="l"/>
                        </a:tabLst>
                      </a:pPr>
                      <a:r>
                        <a:rPr lang="fr-FR" sz="1200" kern="0" dirty="0">
                          <a:effectLst/>
                        </a:rPr>
                        <a:t>Variable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l">
                        <a:lnSpc>
                          <a:spcPct val="150000"/>
                        </a:lnSpc>
                        <a:spcAft>
                          <a:spcPts val="425"/>
                        </a:spcAft>
                      </a:pPr>
                      <a:r>
                        <a:rPr lang="fr-FR" sz="1200" kern="0" dirty="0">
                          <a:effectLst/>
                        </a:rPr>
                        <a:t>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Variable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algn="just">
                        <a:lnSpc>
                          <a:spcPct val="150000"/>
                        </a:lnSpc>
                        <a:spcAft>
                          <a:spcPts val="425"/>
                        </a:spcAft>
                      </a:pPr>
                      <a:r>
                        <a:rPr lang="fr-FR" sz="1200" kern="0" dirty="0">
                          <a:effectLst/>
                        </a:rPr>
                        <a:t>Très Élevée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tc>
                  <a:txBody>
                    <a:bodyPr/>
                    <a:lstStyle/>
                    <a:p>
                      <a:pPr marL="457200" indent="-457200" algn="ctr">
                        <a:lnSpc>
                          <a:spcPct val="150000"/>
                        </a:lnSpc>
                        <a:spcAft>
                          <a:spcPts val="425"/>
                        </a:spcAft>
                      </a:pPr>
                      <a:r>
                        <a:rPr lang="fr-FR" sz="1200" kern="0" dirty="0">
                          <a:effectLst/>
                        </a:rPr>
                        <a:t>Critique</a:t>
                      </a:r>
                      <a:endParaRPr lang="fr-FR" sz="1200" kern="100" dirty="0">
                        <a:solidFill>
                          <a:srgbClr val="000000"/>
                        </a:solidFill>
                        <a:effectLst/>
                        <a:latin typeface="Calibri" panose="020F0502020204030204" pitchFamily="34" charset="0"/>
                        <a:ea typeface="Calibri" panose="020F0502020204030204" pitchFamily="34" charset="0"/>
                      </a:endParaRPr>
                    </a:p>
                  </a:txBody>
                  <a:tcPr marL="19727" marR="19727" marT="0" marB="0"/>
                </a:tc>
                <a:extLst>
                  <a:ext uri="{0D108BD9-81ED-4DB2-BD59-A6C34878D82A}">
                    <a16:rowId xmlns:a16="http://schemas.microsoft.com/office/drawing/2014/main" val="3861861849"/>
                  </a:ext>
                </a:extLst>
              </a:tr>
            </a:tbl>
          </a:graphicData>
        </a:graphic>
      </p:graphicFrame>
      <p:pic>
        <p:nvPicPr>
          <p:cNvPr id="3" name="Picture 2" descr="Owasp Logo Flat2 Icon &lt; Cydrill Software Security">
            <a:extLst>
              <a:ext uri="{FF2B5EF4-FFF2-40B4-BE49-F238E27FC236}">
                <a16:creationId xmlns:a16="http://schemas.microsoft.com/office/drawing/2014/main" id="{BF4C9FD8-E060-D36A-A73D-7B06C43D5BD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760242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E04F42-4668-80B4-4261-ED205CD9EB34}"/>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2FA5D466-F3F5-C89D-7EF3-5A68FDBC450A}"/>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14</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8BD5EB15-3FDC-6A2A-B8D6-866F6136AB53}"/>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D66EB121-5476-ACD1-A5BB-95D5855DE179}"/>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513DD26A-BEC3-F5EB-3D50-4D6F444DBC87}"/>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2757F30C-87CE-ED5E-465A-1BA15BEB8329}"/>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14CF8775-8BD0-7865-53A1-4251B71D601E}"/>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5943CBCE-4B66-9BFA-1676-723B8D2A8C52}"/>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14</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DA61BA5B-D4E3-7DB8-AE8A-FD72078A755D}"/>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E5158558-6C4C-29D9-84B5-DA5A6384C73B}"/>
              </a:ext>
            </a:extLst>
          </p:cNvPr>
          <p:cNvSpPr txBox="1">
            <a:spLocks noGrp="1"/>
          </p:cNvSpPr>
          <p:nvPr/>
        </p:nvSpPr>
        <p:spPr bwMode="auto">
          <a:xfrm>
            <a:off x="209552" y="6491303"/>
            <a:ext cx="457847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6A19D97C-66DB-20F0-D51D-20F1406F45A7}"/>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18A75831-F5D9-03F8-7E02-90A0C2C2BA55}"/>
              </a:ext>
            </a:extLst>
          </p:cNvPr>
          <p:cNvSpPr txBox="1">
            <a:spLocks noChangeArrowheads="1"/>
          </p:cNvSpPr>
          <p:nvPr/>
        </p:nvSpPr>
        <p:spPr bwMode="auto">
          <a:xfrm>
            <a:off x="200041" y="760832"/>
            <a:ext cx="8943975" cy="5484643"/>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Limites des Mécanismes de Défense Conventionnels</a:t>
            </a:r>
            <a:endParaRPr lang="fr-FR" sz="2000" dirty="0">
              <a:solidFill>
                <a:schemeClr val="tx2"/>
              </a:solidFill>
              <a:latin typeface="Times New Roman" panose="02020603050405020304" pitchFamily="18" charset="0"/>
              <a:cs typeface="Times New Roman" panose="02020603050405020304" pitchFamily="18" charset="0"/>
            </a:endParaRPr>
          </a:p>
          <a:p>
            <a:pPr>
              <a:lnSpc>
                <a:spcPct val="150000"/>
              </a:lnSpc>
            </a:pPr>
            <a:r>
              <a:rPr lang="fr-FR" sz="1600" b="1" dirty="0">
                <a:solidFill>
                  <a:schemeClr val="tx2"/>
                </a:solidFill>
                <a:latin typeface="Times New Roman" panose="02020603050405020304" pitchFamily="18" charset="0"/>
                <a:cs typeface="Times New Roman" panose="02020603050405020304" pitchFamily="18" charset="0"/>
              </a:rPr>
              <a:t> </a:t>
            </a:r>
          </a:p>
          <a:p>
            <a:pPr marL="342874" indent="-342874">
              <a:lnSpc>
                <a:spcPct val="150000"/>
              </a:lnSpc>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Signatures Statiques (WAF classiques) : </a:t>
            </a:r>
            <a:r>
              <a:rPr lang="fr-FR" sz="1600" dirty="0">
                <a:latin typeface="Times New Roman" panose="02020603050405020304" pitchFamily="18" charset="0"/>
                <a:cs typeface="Times New Roman" panose="02020603050405020304" pitchFamily="18" charset="0"/>
              </a:rPr>
              <a:t>Incapacité structurelle à détecter les menaces « Zero-day » (attaques inédites non répertoriées).</a:t>
            </a:r>
          </a:p>
          <a:p>
            <a:pPr marL="342874" indent="-342874">
              <a:lnSpc>
                <a:spcPct val="150000"/>
              </a:lnSpc>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Techniques d’Évasion et d’Obfuscation : </a:t>
            </a:r>
            <a:r>
              <a:rPr lang="fr-FR" sz="1600" dirty="0">
                <a:latin typeface="Times New Roman" panose="02020603050405020304" pitchFamily="18" charset="0"/>
                <a:cs typeface="Times New Roman" panose="02020603050405020304" pitchFamily="18" charset="0"/>
              </a:rPr>
              <a:t>Contournement facile des filtres par l'utilisation d'encodages (Hexadécimal, URL encoding) ou de commentaires SQL, imbriqués.</a:t>
            </a:r>
          </a:p>
          <a:p>
            <a:pPr marL="342874" indent="-342874">
              <a:lnSpc>
                <a:spcPct val="150000"/>
              </a:lnSpc>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Le Dilemme de la Précision :</a:t>
            </a:r>
            <a:endParaRPr lang="fr-FR" sz="1600" dirty="0">
              <a:solidFill>
                <a:schemeClr val="tx2"/>
              </a:solidFill>
              <a:latin typeface="Times New Roman" panose="02020603050405020304" pitchFamily="18" charset="0"/>
              <a:cs typeface="Times New Roman" panose="02020603050405020304" pitchFamily="18" charset="0"/>
            </a:endParaRPr>
          </a:p>
          <a:p>
            <a:pPr marL="622252" indent="-268268">
              <a:lnSpc>
                <a:spcPct val="150000"/>
              </a:lnSpc>
              <a:buFont typeface="Arial" panose="020B0604020202020204" pitchFamily="34" charset="0"/>
              <a:buChar char="•"/>
            </a:pPr>
            <a:r>
              <a:rPr lang="fr-FR" sz="1600" dirty="0">
                <a:solidFill>
                  <a:schemeClr val="tx2"/>
                </a:solidFill>
              </a:rPr>
              <a:t>Faux Positifs</a:t>
            </a:r>
            <a:r>
              <a:rPr lang="fr-FR" sz="1600" dirty="0"/>
              <a:t>: </a:t>
            </a:r>
            <a:r>
              <a:rPr lang="fr-FR" sz="1600" dirty="0">
                <a:latin typeface="Times New Roman" panose="02020603050405020304" pitchFamily="18" charset="0"/>
                <a:cs typeface="Times New Roman" panose="02020603050405020304" pitchFamily="18" charset="0"/>
              </a:rPr>
              <a:t>Blocage des requête légitimes( ex: noms contenant une apostrophe: </a:t>
            </a:r>
            <a:r>
              <a:rPr lang="fr-FR" sz="1600" b="1" dirty="0">
                <a:latin typeface="Times New Roman" panose="02020603050405020304" pitchFamily="18" charset="0"/>
                <a:cs typeface="Times New Roman" panose="02020603050405020304" pitchFamily="18" charset="0"/>
              </a:rPr>
              <a:t>N’DIAYE, N’DAOU, N’GOLO</a:t>
            </a:r>
            <a:r>
              <a:rPr lang="fr-FR" sz="1600" dirty="0">
                <a:latin typeface="Times New Roman" panose="02020603050405020304" pitchFamily="18" charset="0"/>
                <a:cs typeface="Times New Roman" panose="02020603050405020304" pitchFamily="18" charset="0"/>
              </a:rPr>
              <a:t> ), nuisant à l’expérience utilisateur.</a:t>
            </a:r>
          </a:p>
          <a:p>
            <a:pPr marL="622252" indent="-268268">
              <a:lnSpc>
                <a:spcPct val="150000"/>
              </a:lnSpc>
              <a:buFont typeface="Arial" panose="020B0604020202020204" pitchFamily="34" charset="0"/>
              <a:buChar char="•"/>
            </a:pPr>
            <a:r>
              <a:rPr lang="fr-FR" sz="1600" dirty="0">
                <a:solidFill>
                  <a:schemeClr val="tx2"/>
                </a:solidFill>
                <a:latin typeface="Times New Roman" panose="02020603050405020304" pitchFamily="18" charset="0"/>
                <a:cs typeface="Times New Roman" panose="02020603050405020304" pitchFamily="18" charset="0"/>
              </a:rPr>
              <a:t>Faux Négatifs </a:t>
            </a:r>
            <a:r>
              <a:rPr lang="fr-FR" sz="1600" dirty="0">
                <a:latin typeface="Times New Roman" panose="02020603050405020304" pitchFamily="18" charset="0"/>
                <a:cs typeface="Times New Roman" panose="02020603050405020304" pitchFamily="18" charset="0"/>
              </a:rPr>
              <a:t>: Fuite de sécurité laissant passer des payloads sophistiqués</a:t>
            </a:r>
            <a:r>
              <a:rPr lang="fr-FR" sz="2000" dirty="0"/>
              <a:t>.</a:t>
            </a:r>
          </a:p>
          <a:p>
            <a:pPr marL="353986" indent="-353986">
              <a:lnSpc>
                <a:spcPct val="150000"/>
              </a:lnSpc>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Complexité de maintenance: </a:t>
            </a:r>
            <a:r>
              <a:rPr lang="fr-FR" sz="1600" dirty="0">
                <a:latin typeface="Times New Roman" panose="02020603050405020304" pitchFamily="18" charset="0"/>
                <a:cs typeface="Times New Roman" panose="02020603050405020304" pitchFamily="18" charset="0"/>
              </a:rPr>
              <a:t>Nécessité d'une mise à jour constante des bases de signatures face à l'évolution rapide des payloads.</a:t>
            </a:r>
          </a:p>
          <a:p>
            <a:pPr marL="353986" indent="-353986">
              <a:lnSpc>
                <a:spcPct val="150000"/>
              </a:lnSpc>
              <a:buFont typeface="Arial" panose="020B0604020202020204" pitchFamily="34" charset="0"/>
              <a:buChar char="•"/>
            </a:pPr>
            <a:r>
              <a:rPr lang="fr-FR" sz="1600" b="1" dirty="0">
                <a:solidFill>
                  <a:schemeClr val="tx2"/>
                </a:solidFill>
                <a:latin typeface="Times New Roman" panose="02020603050405020304" pitchFamily="18" charset="0"/>
                <a:cs typeface="Times New Roman" panose="02020603050405020304" pitchFamily="18" charset="0"/>
              </a:rPr>
              <a:t>Latence de Traitement : </a:t>
            </a:r>
            <a:r>
              <a:rPr lang="fr-FR" sz="1600" dirty="0">
                <a:latin typeface="Times New Roman" panose="02020603050405020304" pitchFamily="18" charset="0"/>
                <a:cs typeface="Times New Roman" panose="02020603050405020304" pitchFamily="18" charset="0"/>
              </a:rPr>
              <a:t>Dégradation des performances lors de l'analyse de règles de filtrage trop denses</a:t>
            </a:r>
            <a:r>
              <a:rPr lang="fr-FR" sz="2000" dirty="0">
                <a:latin typeface="Times New Roman" panose="02020603050405020304" pitchFamily="18" charset="0"/>
                <a:cs typeface="Times New Roman" panose="02020603050405020304" pitchFamily="18" charset="0"/>
              </a:rPr>
              <a:t>.</a:t>
            </a:r>
          </a:p>
        </p:txBody>
      </p:sp>
      <p:graphicFrame>
        <p:nvGraphicFramePr>
          <p:cNvPr id="172" name="Tableau 171">
            <a:extLst>
              <a:ext uri="{FF2B5EF4-FFF2-40B4-BE49-F238E27FC236}">
                <a16:creationId xmlns:a16="http://schemas.microsoft.com/office/drawing/2014/main" id="{F65F5EE2-E143-39C5-72E8-05AE4F5F60E2}"/>
              </a:ext>
            </a:extLst>
          </p:cNvPr>
          <p:cNvGraphicFramePr>
            <a:graphicFrameLocks noGrp="1"/>
          </p:cNvGraphicFramePr>
          <p:nvPr>
            <p:extLst>
              <p:ext uri="{D42A27DB-BD31-4B8C-83A1-F6EECF244321}">
                <p14:modId xmlns:p14="http://schemas.microsoft.com/office/powerpoint/2010/main" val="2111997950"/>
              </p:ext>
            </p:extLst>
          </p:nvPr>
        </p:nvGraphicFramePr>
        <p:xfrm>
          <a:off x="2" y="-27384"/>
          <a:ext cx="9144000" cy="548640"/>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548640">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solidFill>
                            <a:schemeClr val="accent1"/>
                          </a:solidFill>
                        </a:rPr>
                        <a:t>Etat de l’art</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solidFill>
                            <a:schemeClr val="bg1"/>
                          </a:solidFill>
                        </a:rPr>
                        <a:t>Solution Proposée</a:t>
                      </a:r>
                    </a:p>
                    <a:p>
                      <a:pPr algn="ctr"/>
                      <a:endParaRPr lang="fr-FR" sz="15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2FFC30C4-9816-7FFA-683D-09878FAC063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9480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barn(inVertical)">
                                      <p:cBhvr>
                                        <p:cTn id="7" dur="500"/>
                                        <p:tgtEl>
                                          <p:spTgt spid="2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fade">
                                      <p:cBhvr>
                                        <p:cTn id="12" dur="1000"/>
                                        <p:tgtEl>
                                          <p:spTgt spid="26">
                                            <p:txEl>
                                              <p:pRg st="2" end="2"/>
                                            </p:txEl>
                                          </p:spTgt>
                                        </p:tgtEl>
                                      </p:cBhvr>
                                    </p:animEffect>
                                    <p:anim calcmode="lin" valueType="num">
                                      <p:cBhvr>
                                        <p:cTn id="13"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6">
                                            <p:txEl>
                                              <p:pRg st="3" end="3"/>
                                            </p:txEl>
                                          </p:spTgt>
                                        </p:tgtEl>
                                        <p:attrNameLst>
                                          <p:attrName>style.visibility</p:attrName>
                                        </p:attrNameLst>
                                      </p:cBhvr>
                                      <p:to>
                                        <p:strVal val="visible"/>
                                      </p:to>
                                    </p:set>
                                    <p:animEffect transition="in" filter="fade">
                                      <p:cBhvr>
                                        <p:cTn id="17" dur="1000"/>
                                        <p:tgtEl>
                                          <p:spTgt spid="26">
                                            <p:txEl>
                                              <p:pRg st="3" end="3"/>
                                            </p:txEl>
                                          </p:spTgt>
                                        </p:tgtEl>
                                      </p:cBhvr>
                                    </p:animEffect>
                                    <p:anim calcmode="lin" valueType="num">
                                      <p:cBhvr>
                                        <p:cTn id="18"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6">
                                            <p:txEl>
                                              <p:pRg st="4" end="4"/>
                                            </p:txEl>
                                          </p:spTgt>
                                        </p:tgtEl>
                                        <p:attrNameLst>
                                          <p:attrName>style.visibility</p:attrName>
                                        </p:attrNameLst>
                                      </p:cBhvr>
                                      <p:to>
                                        <p:strVal val="visible"/>
                                      </p:to>
                                    </p:set>
                                    <p:animEffect transition="in" filter="fade">
                                      <p:cBhvr>
                                        <p:cTn id="22" dur="1000"/>
                                        <p:tgtEl>
                                          <p:spTgt spid="26">
                                            <p:txEl>
                                              <p:pRg st="4" end="4"/>
                                            </p:txEl>
                                          </p:spTgt>
                                        </p:tgtEl>
                                      </p:cBhvr>
                                    </p:animEffect>
                                    <p:anim calcmode="lin" valueType="num">
                                      <p:cBhvr>
                                        <p:cTn id="23"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6">
                                            <p:txEl>
                                              <p:pRg st="5" end="5"/>
                                            </p:txEl>
                                          </p:spTgt>
                                        </p:tgtEl>
                                        <p:attrNameLst>
                                          <p:attrName>style.visibility</p:attrName>
                                        </p:attrNameLst>
                                      </p:cBhvr>
                                      <p:to>
                                        <p:strVal val="visible"/>
                                      </p:to>
                                    </p:set>
                                    <p:animEffect transition="in" filter="fade">
                                      <p:cBhvr>
                                        <p:cTn id="27" dur="1000"/>
                                        <p:tgtEl>
                                          <p:spTgt spid="26">
                                            <p:txEl>
                                              <p:pRg st="5" end="5"/>
                                            </p:txEl>
                                          </p:spTgt>
                                        </p:tgtEl>
                                      </p:cBhvr>
                                    </p:animEffect>
                                    <p:anim calcmode="lin" valueType="num">
                                      <p:cBhvr>
                                        <p:cTn id="28"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29" dur="1000" fill="hold"/>
                                        <p:tgtEl>
                                          <p:spTgt spid="26">
                                            <p:txEl>
                                              <p:pRg st="5" end="5"/>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xEl>
                                              <p:pRg st="6" end="6"/>
                                            </p:txEl>
                                          </p:spTgt>
                                        </p:tgtEl>
                                        <p:attrNameLst>
                                          <p:attrName>style.visibility</p:attrName>
                                        </p:attrNameLst>
                                      </p:cBhvr>
                                      <p:to>
                                        <p:strVal val="visible"/>
                                      </p:to>
                                    </p:set>
                                    <p:animEffect transition="in" filter="fade">
                                      <p:cBhvr>
                                        <p:cTn id="32" dur="1000"/>
                                        <p:tgtEl>
                                          <p:spTgt spid="26">
                                            <p:txEl>
                                              <p:pRg st="6" end="6"/>
                                            </p:txEl>
                                          </p:spTgt>
                                        </p:tgtEl>
                                      </p:cBhvr>
                                    </p:animEffect>
                                    <p:anim calcmode="lin" valueType="num">
                                      <p:cBhvr>
                                        <p:cTn id="33"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26">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6">
                                            <p:txEl>
                                              <p:pRg st="7" end="7"/>
                                            </p:txEl>
                                          </p:spTgt>
                                        </p:tgtEl>
                                        <p:attrNameLst>
                                          <p:attrName>style.visibility</p:attrName>
                                        </p:attrNameLst>
                                      </p:cBhvr>
                                      <p:to>
                                        <p:strVal val="visible"/>
                                      </p:to>
                                    </p:set>
                                    <p:animEffect transition="in" filter="fade">
                                      <p:cBhvr>
                                        <p:cTn id="37" dur="1000"/>
                                        <p:tgtEl>
                                          <p:spTgt spid="26">
                                            <p:txEl>
                                              <p:pRg st="7" end="7"/>
                                            </p:txEl>
                                          </p:spTgt>
                                        </p:tgtEl>
                                      </p:cBhvr>
                                    </p:animEffect>
                                    <p:anim calcmode="lin" valueType="num">
                                      <p:cBhvr>
                                        <p:cTn id="38" dur="1000" fill="hold"/>
                                        <p:tgtEl>
                                          <p:spTgt spid="26">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26">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xEl>
                                              <p:pRg st="8" end="8"/>
                                            </p:txEl>
                                          </p:spTgt>
                                        </p:tgtEl>
                                        <p:attrNameLst>
                                          <p:attrName>style.visibility</p:attrName>
                                        </p:attrNameLst>
                                      </p:cBhvr>
                                      <p:to>
                                        <p:strVal val="visible"/>
                                      </p:to>
                                    </p:set>
                                    <p:animEffect transition="in" filter="fade">
                                      <p:cBhvr>
                                        <p:cTn id="42" dur="1000"/>
                                        <p:tgtEl>
                                          <p:spTgt spid="26">
                                            <p:txEl>
                                              <p:pRg st="8" end="8"/>
                                            </p:txEl>
                                          </p:spTgt>
                                        </p:tgtEl>
                                      </p:cBhvr>
                                    </p:animEffect>
                                    <p:anim calcmode="lin" valueType="num">
                                      <p:cBhvr>
                                        <p:cTn id="43" dur="1000" fill="hold"/>
                                        <p:tgtEl>
                                          <p:spTgt spid="26">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2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F0883B-8D2B-5C4E-633A-A0EDFA5FB015}"/>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3F724C32-3C37-01F0-1398-2832A104F790}"/>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15</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45A8A7FB-A612-4251-B30C-58767CA38AFD}"/>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0FA52CAA-BB52-E77D-F2C2-76518A8F23F0}"/>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C72453C3-70DC-830B-B84C-975A5B30F598}"/>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755A317B-286D-AA13-FA5F-333BE1AC1D22}"/>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90E76E0B-CC1E-3E2F-51A8-1E376FBF0D20}"/>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03EEC7DE-3F4B-D2F0-56CF-57B50BDEC01E}"/>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15</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B3C7DD77-2AFA-1609-9364-4290355DEA7D}"/>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0CA3F2AB-63EB-182A-6595-736C19AF1835}"/>
              </a:ext>
            </a:extLst>
          </p:cNvPr>
          <p:cNvSpPr txBox="1">
            <a:spLocks noGrp="1"/>
          </p:cNvSpPr>
          <p:nvPr/>
        </p:nvSpPr>
        <p:spPr bwMode="auto">
          <a:xfrm>
            <a:off x="209552" y="6491303"/>
            <a:ext cx="450646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6FBEA7B5-3EEF-D54E-C4CB-F1552ADDD3DD}"/>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ECE80E52-E398-707F-8F54-EE33FF704E9F}"/>
              </a:ext>
            </a:extLst>
          </p:cNvPr>
          <p:cNvSpPr txBox="1">
            <a:spLocks noChangeArrowheads="1"/>
          </p:cNvSpPr>
          <p:nvPr/>
        </p:nvSpPr>
        <p:spPr bwMode="auto">
          <a:xfrm>
            <a:off x="354918" y="497422"/>
            <a:ext cx="8106155" cy="6015558"/>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1900" b="1" dirty="0">
                <a:solidFill>
                  <a:schemeClr val="tx2"/>
                </a:solidFill>
                <a:latin typeface="Times New Roman" panose="02020603050405020304" pitchFamily="18" charset="0"/>
                <a:cs typeface="Times New Roman" panose="02020603050405020304" pitchFamily="18" charset="0"/>
              </a:rPr>
              <a:t>Une Architecture hybride combinant heuristique et intelligence artificielle</a:t>
            </a:r>
          </a:p>
          <a:p>
            <a:pPr marL="342874" indent="-342874">
              <a:lnSpc>
                <a:spcPct val="150000"/>
              </a:lnSpc>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Objectif</a:t>
            </a:r>
            <a:r>
              <a:rPr lang="fr-FR" sz="2000" dirty="0">
                <a:latin typeface="Times New Roman" panose="02020603050405020304" pitchFamily="18" charset="0"/>
                <a:cs typeface="Times New Roman" panose="02020603050405020304" pitchFamily="18" charset="0"/>
              </a:rPr>
              <a:t> : Protéger les applications web contre les injections SQL en combinant la rapidité d’un moteur heuristique et précision d’un réseau de neurones(MLP).</a:t>
            </a:r>
          </a:p>
          <a:p>
            <a:pPr marL="342874" indent="-342874">
              <a:lnSpc>
                <a:spcPct val="150000"/>
              </a:lnSpc>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Principe</a:t>
            </a:r>
            <a:r>
              <a:rPr lang="fr-FR" sz="2000" dirty="0">
                <a:latin typeface="Times New Roman" panose="02020603050405020304" pitchFamily="18" charset="0"/>
                <a:cs typeface="Times New Roman" panose="02020603050405020304" pitchFamily="18" charset="0"/>
              </a:rPr>
              <a:t> : </a:t>
            </a:r>
          </a:p>
          <a:p>
            <a:pPr marL="804803" indent="-450815">
              <a:lnSpc>
                <a:spcPct val="150000"/>
              </a:lnSpc>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Filtrage heuristique en première ligne pour bloquer instantanément les attaques connues.</a:t>
            </a:r>
          </a:p>
          <a:p>
            <a:pPr marL="804803" indent="-450815">
              <a:lnSpc>
                <a:spcPct val="150000"/>
              </a:lnSpc>
              <a:buFont typeface="Arial" panose="020B0604020202020204" pitchFamily="34" charset="0"/>
              <a:buChar char="•"/>
            </a:pPr>
            <a:r>
              <a:rPr lang="fr-FR" sz="2000" dirty="0">
                <a:latin typeface="Times New Roman" panose="02020603050405020304" pitchFamily="18" charset="0"/>
                <a:cs typeface="Times New Roman" panose="02020603050405020304" pitchFamily="18" charset="0"/>
              </a:rPr>
              <a:t>Analyse par IA uniquement pour les requêtes suspectes («zones grises »), minimisant la latence.</a:t>
            </a:r>
          </a:p>
          <a:p>
            <a:pPr marL="353986" indent="-353986">
              <a:lnSpc>
                <a:spcPct val="150000"/>
              </a:lnSpc>
              <a:buFont typeface="Arial" panose="020B0604020202020204" pitchFamily="34" charset="0"/>
              <a:buChar char="•"/>
              <a:tabLst>
                <a:tab pos="353986" algn="l"/>
              </a:tabLst>
            </a:pPr>
            <a:r>
              <a:rPr lang="fr-FR" sz="2000" b="1" dirty="0">
                <a:solidFill>
                  <a:schemeClr val="tx2"/>
                </a:solidFill>
                <a:latin typeface="Times New Roman" panose="02020603050405020304" pitchFamily="18" charset="0"/>
                <a:cs typeface="Times New Roman" panose="02020603050405020304" pitchFamily="18" charset="0"/>
              </a:rPr>
              <a:t>Avantage</a:t>
            </a:r>
            <a:r>
              <a:rPr lang="fr-FR" sz="2000" dirty="0">
                <a:latin typeface="Times New Roman" panose="02020603050405020304" pitchFamily="18" charset="0"/>
                <a:cs typeface="Times New Roman" panose="02020603050405020304" pitchFamily="18" charset="0"/>
              </a:rPr>
              <a:t>:</a:t>
            </a:r>
          </a:p>
          <a:p>
            <a:pPr marL="804803" indent="-450815">
              <a:lnSpc>
                <a:spcPct val="150000"/>
              </a:lnSpc>
              <a:buFont typeface="Arial" panose="020B0604020202020204" pitchFamily="34" charset="0"/>
              <a:buChar char="•"/>
              <a:tabLst>
                <a:tab pos="804803" algn="l"/>
              </a:tabLst>
            </a:pPr>
            <a:r>
              <a:rPr lang="fr-FR" sz="2000" dirty="0">
                <a:latin typeface="Times New Roman" panose="02020603050405020304" pitchFamily="18" charset="0"/>
                <a:cs typeface="Times New Roman" panose="02020603050405020304" pitchFamily="18" charset="0"/>
              </a:rPr>
              <a:t>Taux de détection élevé(&lt;99%)</a:t>
            </a:r>
          </a:p>
          <a:p>
            <a:pPr marL="804803" indent="-450815">
              <a:lnSpc>
                <a:spcPct val="150000"/>
              </a:lnSpc>
              <a:buFont typeface="Arial" panose="020B0604020202020204" pitchFamily="34" charset="0"/>
              <a:buChar char="•"/>
              <a:tabLst>
                <a:tab pos="804803" algn="l"/>
              </a:tabLst>
            </a:pPr>
            <a:r>
              <a:rPr lang="fr-FR" sz="2000" dirty="0">
                <a:latin typeface="Times New Roman" panose="02020603050405020304" pitchFamily="18" charset="0"/>
                <a:cs typeface="Times New Roman" panose="02020603050405020304" pitchFamily="18" charset="0"/>
              </a:rPr>
              <a:t>Faible taux de faux positifs</a:t>
            </a:r>
          </a:p>
          <a:p>
            <a:pPr marL="804803" indent="-450815">
              <a:lnSpc>
                <a:spcPct val="150000"/>
              </a:lnSpc>
              <a:buFont typeface="Arial" panose="020B0604020202020204" pitchFamily="34" charset="0"/>
              <a:buChar char="•"/>
              <a:tabLst>
                <a:tab pos="804803" algn="l"/>
              </a:tabLst>
            </a:pPr>
            <a:r>
              <a:rPr lang="fr-FR" sz="2000" dirty="0">
                <a:latin typeface="Times New Roman" panose="02020603050405020304" pitchFamily="18" charset="0"/>
                <a:cs typeface="Times New Roman" panose="02020603050405020304" pitchFamily="18" charset="0"/>
              </a:rPr>
              <a:t>Temps de réponse infra-milliseconde </a:t>
            </a:r>
          </a:p>
        </p:txBody>
      </p:sp>
      <p:graphicFrame>
        <p:nvGraphicFramePr>
          <p:cNvPr id="23" name="Tableau 22"/>
          <p:cNvGraphicFramePr>
            <a:graphicFrameLocks noGrp="1"/>
          </p:cNvGraphicFramePr>
          <p:nvPr>
            <p:extLst>
              <p:ext uri="{D42A27DB-BD31-4B8C-83A1-F6EECF244321}">
                <p14:modId xmlns:p14="http://schemas.microsoft.com/office/powerpoint/2010/main" val="4211523406"/>
              </p:ext>
            </p:extLst>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3" name="Picture 2" descr="Owasp Logo Flat2 Icon &lt; Cydrill Software Security">
            <a:extLst>
              <a:ext uri="{FF2B5EF4-FFF2-40B4-BE49-F238E27FC236}">
                <a16:creationId xmlns:a16="http://schemas.microsoft.com/office/drawing/2014/main" id="{E2EA632C-AFCF-C593-6771-C9D23F80E11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706175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1" end="1"/>
                                            </p:txEl>
                                          </p:spTgt>
                                        </p:tgtEl>
                                        <p:attrNameLst>
                                          <p:attrName>style.visibility</p:attrName>
                                        </p:attrNameLst>
                                      </p:cBhvr>
                                      <p:to>
                                        <p:strVal val="visible"/>
                                      </p:to>
                                    </p:set>
                                    <p:animEffect transition="in" filter="fade">
                                      <p:cBhvr>
                                        <p:cTn id="14" dur="1000"/>
                                        <p:tgtEl>
                                          <p:spTgt spid="26">
                                            <p:txEl>
                                              <p:pRg st="1" end="1"/>
                                            </p:txEl>
                                          </p:spTgt>
                                        </p:tgtEl>
                                      </p:cBhvr>
                                    </p:animEffect>
                                    <p:anim calcmode="lin" valueType="num">
                                      <p:cBhvr>
                                        <p:cTn id="15"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6">
                                            <p:txEl>
                                              <p:pRg st="2" end="2"/>
                                            </p:txEl>
                                          </p:spTgt>
                                        </p:tgtEl>
                                        <p:attrNameLst>
                                          <p:attrName>style.visibility</p:attrName>
                                        </p:attrNameLst>
                                      </p:cBhvr>
                                      <p:to>
                                        <p:strVal val="visible"/>
                                      </p:to>
                                    </p:set>
                                    <p:animEffect transition="in" filter="fade">
                                      <p:cBhvr>
                                        <p:cTn id="19" dur="1000"/>
                                        <p:tgtEl>
                                          <p:spTgt spid="26">
                                            <p:txEl>
                                              <p:pRg st="2" end="2"/>
                                            </p:txEl>
                                          </p:spTgt>
                                        </p:tgtEl>
                                      </p:cBhvr>
                                    </p:animEffect>
                                    <p:anim calcmode="lin" valueType="num">
                                      <p:cBhvr>
                                        <p:cTn id="20"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6">
                                            <p:txEl>
                                              <p:pRg st="3" end="3"/>
                                            </p:txEl>
                                          </p:spTgt>
                                        </p:tgtEl>
                                        <p:attrNameLst>
                                          <p:attrName>style.visibility</p:attrName>
                                        </p:attrNameLst>
                                      </p:cBhvr>
                                      <p:to>
                                        <p:strVal val="visible"/>
                                      </p:to>
                                    </p:set>
                                    <p:animEffect transition="in" filter="fade">
                                      <p:cBhvr>
                                        <p:cTn id="24" dur="1000"/>
                                        <p:tgtEl>
                                          <p:spTgt spid="26">
                                            <p:txEl>
                                              <p:pRg st="3" end="3"/>
                                            </p:txEl>
                                          </p:spTgt>
                                        </p:tgtEl>
                                      </p:cBhvr>
                                    </p:animEffect>
                                    <p:anim calcmode="lin" valueType="num">
                                      <p:cBhvr>
                                        <p:cTn id="25"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6">
                                            <p:txEl>
                                              <p:pRg st="4" end="4"/>
                                            </p:txEl>
                                          </p:spTgt>
                                        </p:tgtEl>
                                        <p:attrNameLst>
                                          <p:attrName>style.visibility</p:attrName>
                                        </p:attrNameLst>
                                      </p:cBhvr>
                                      <p:to>
                                        <p:strVal val="visible"/>
                                      </p:to>
                                    </p:set>
                                    <p:animEffect transition="in" filter="fade">
                                      <p:cBhvr>
                                        <p:cTn id="29" dur="1000"/>
                                        <p:tgtEl>
                                          <p:spTgt spid="26">
                                            <p:txEl>
                                              <p:pRg st="4" end="4"/>
                                            </p:txEl>
                                          </p:spTgt>
                                        </p:tgtEl>
                                      </p:cBhvr>
                                    </p:animEffect>
                                    <p:anim calcmode="lin" valueType="num">
                                      <p:cBhvr>
                                        <p:cTn id="30"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6">
                                            <p:txEl>
                                              <p:pRg st="5" end="5"/>
                                            </p:txEl>
                                          </p:spTgt>
                                        </p:tgtEl>
                                        <p:attrNameLst>
                                          <p:attrName>style.visibility</p:attrName>
                                        </p:attrNameLst>
                                      </p:cBhvr>
                                      <p:to>
                                        <p:strVal val="visible"/>
                                      </p:to>
                                    </p:set>
                                    <p:animEffect transition="in" filter="fade">
                                      <p:cBhvr>
                                        <p:cTn id="34" dur="1000"/>
                                        <p:tgtEl>
                                          <p:spTgt spid="26">
                                            <p:txEl>
                                              <p:pRg st="5" end="5"/>
                                            </p:txEl>
                                          </p:spTgt>
                                        </p:tgtEl>
                                      </p:cBhvr>
                                    </p:animEffect>
                                    <p:anim calcmode="lin" valueType="num">
                                      <p:cBhvr>
                                        <p:cTn id="35"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26">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6">
                                            <p:txEl>
                                              <p:pRg st="6" end="6"/>
                                            </p:txEl>
                                          </p:spTgt>
                                        </p:tgtEl>
                                        <p:attrNameLst>
                                          <p:attrName>style.visibility</p:attrName>
                                        </p:attrNameLst>
                                      </p:cBhvr>
                                      <p:to>
                                        <p:strVal val="visible"/>
                                      </p:to>
                                    </p:set>
                                    <p:animEffect transition="in" filter="fade">
                                      <p:cBhvr>
                                        <p:cTn id="39" dur="1000"/>
                                        <p:tgtEl>
                                          <p:spTgt spid="26">
                                            <p:txEl>
                                              <p:pRg st="6" end="6"/>
                                            </p:txEl>
                                          </p:spTgt>
                                        </p:tgtEl>
                                      </p:cBhvr>
                                    </p:animEffect>
                                    <p:anim calcmode="lin" valueType="num">
                                      <p:cBhvr>
                                        <p:cTn id="40"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26">
                                            <p:txEl>
                                              <p:pRg st="6" end="6"/>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6">
                                            <p:txEl>
                                              <p:pRg st="7" end="7"/>
                                            </p:txEl>
                                          </p:spTgt>
                                        </p:tgtEl>
                                        <p:attrNameLst>
                                          <p:attrName>style.visibility</p:attrName>
                                        </p:attrNameLst>
                                      </p:cBhvr>
                                      <p:to>
                                        <p:strVal val="visible"/>
                                      </p:to>
                                    </p:set>
                                    <p:animEffect transition="in" filter="fade">
                                      <p:cBhvr>
                                        <p:cTn id="44" dur="1000"/>
                                        <p:tgtEl>
                                          <p:spTgt spid="26">
                                            <p:txEl>
                                              <p:pRg st="7" end="7"/>
                                            </p:txEl>
                                          </p:spTgt>
                                        </p:tgtEl>
                                      </p:cBhvr>
                                    </p:animEffect>
                                    <p:anim calcmode="lin" valueType="num">
                                      <p:cBhvr>
                                        <p:cTn id="45" dur="1000" fill="hold"/>
                                        <p:tgtEl>
                                          <p:spTgt spid="26">
                                            <p:txEl>
                                              <p:pRg st="7" end="7"/>
                                            </p:txEl>
                                          </p:spTgt>
                                        </p:tgtEl>
                                        <p:attrNameLst>
                                          <p:attrName>ppt_x</p:attrName>
                                        </p:attrNameLst>
                                      </p:cBhvr>
                                      <p:tavLst>
                                        <p:tav tm="0">
                                          <p:val>
                                            <p:strVal val="#ppt_x"/>
                                          </p:val>
                                        </p:tav>
                                        <p:tav tm="100000">
                                          <p:val>
                                            <p:strVal val="#ppt_x"/>
                                          </p:val>
                                        </p:tav>
                                      </p:tavLst>
                                    </p:anim>
                                    <p:anim calcmode="lin" valueType="num">
                                      <p:cBhvr>
                                        <p:cTn id="46" dur="1000" fill="hold"/>
                                        <p:tgtEl>
                                          <p:spTgt spid="26">
                                            <p:txEl>
                                              <p:pRg st="7" end="7"/>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6">
                                            <p:txEl>
                                              <p:pRg st="8" end="8"/>
                                            </p:txEl>
                                          </p:spTgt>
                                        </p:tgtEl>
                                        <p:attrNameLst>
                                          <p:attrName>style.visibility</p:attrName>
                                        </p:attrNameLst>
                                      </p:cBhvr>
                                      <p:to>
                                        <p:strVal val="visible"/>
                                      </p:to>
                                    </p:set>
                                    <p:animEffect transition="in" filter="fade">
                                      <p:cBhvr>
                                        <p:cTn id="49" dur="1000"/>
                                        <p:tgtEl>
                                          <p:spTgt spid="26">
                                            <p:txEl>
                                              <p:pRg st="8" end="8"/>
                                            </p:txEl>
                                          </p:spTgt>
                                        </p:tgtEl>
                                      </p:cBhvr>
                                    </p:animEffect>
                                    <p:anim calcmode="lin" valueType="num">
                                      <p:cBhvr>
                                        <p:cTn id="50" dur="1000" fill="hold"/>
                                        <p:tgtEl>
                                          <p:spTgt spid="26">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26">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4957A-E035-3999-7B4E-7ACD3B0460C4}"/>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A8939AD8-4DAE-E860-1BEB-B6419D4A210E}"/>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16</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44036DA2-6CE2-8302-D643-C628C7171DC4}"/>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B11DE93A-00D4-E3A9-1B19-4DFCE10ED0CE}"/>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1C8CE60C-25F3-AFAF-09C2-1CDC62B5509B}"/>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6CFA06AD-D916-1666-2238-B79BB9C875CB}"/>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2D7902CC-15D8-4F09-1C5F-C854E219C590}"/>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379D94D0-60CF-AF44-0F47-EF31D9321232}"/>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16</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7B17D864-93F9-2647-ED6E-2AD5CD122A4D}"/>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58D79800-A93F-D2F1-5A63-407E69C04D63}"/>
              </a:ext>
            </a:extLst>
          </p:cNvPr>
          <p:cNvSpPr txBox="1">
            <a:spLocks noGrp="1"/>
          </p:cNvSpPr>
          <p:nvPr/>
        </p:nvSpPr>
        <p:spPr bwMode="auto">
          <a:xfrm>
            <a:off x="209552" y="6491303"/>
            <a:ext cx="450646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E4A3F576-88BD-62DE-E112-31BB9C1FCAE4}"/>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3C541C93-A0FD-36FC-86A4-1FC853C329BA}"/>
              </a:ext>
            </a:extLst>
          </p:cNvPr>
          <p:cNvSpPr txBox="1">
            <a:spLocks noChangeArrowheads="1"/>
          </p:cNvSpPr>
          <p:nvPr/>
        </p:nvSpPr>
        <p:spPr bwMode="auto">
          <a:xfrm>
            <a:off x="354918" y="497437"/>
            <a:ext cx="8106155" cy="5847755"/>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Architecture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Hybride</a:t>
            </a:r>
            <a:r>
              <a:rPr lang="fr-FR" sz="2000" dirty="0"/>
              <a:t> : </a:t>
            </a:r>
            <a:r>
              <a:rPr lang="fr-FR" sz="2000" b="1" dirty="0">
                <a:solidFill>
                  <a:schemeClr val="tx2"/>
                </a:solidFill>
                <a:latin typeface="Times New Roman" panose="02020603050405020304" pitchFamily="18" charset="0"/>
                <a:cs typeface="Times New Roman" panose="02020603050405020304" pitchFamily="18" charset="0"/>
              </a:rPr>
              <a:t>Synergie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entre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Heuristique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et</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IA</a:t>
            </a:r>
          </a:p>
          <a:p>
            <a:pPr algn="ctr">
              <a:lnSpc>
                <a:spcPct val="150000"/>
              </a:lnSpc>
            </a:pPr>
            <a:r>
              <a:rPr lang="fr-FR" sz="2000" dirty="0">
                <a:latin typeface="Times New Roman" panose="02020603050405020304" pitchFamily="18" charset="0"/>
                <a:cs typeface="Times New Roman" panose="02020603050405020304" pitchFamily="18" charset="0"/>
              </a:rPr>
              <a:t>				</a:t>
            </a:r>
            <a:br>
              <a:rPr lang="fr-FR" sz="2000" dirty="0">
                <a:latin typeface="Times New Roman" panose="02020603050405020304" pitchFamily="18" charset="0"/>
                <a:cs typeface="Times New Roman" panose="02020603050405020304" pitchFamily="18" charset="0"/>
              </a:rPr>
            </a:br>
            <a:endParaRPr lang="fr-FR" sz="2000" dirty="0">
              <a:latin typeface="Times New Roman" panose="02020603050405020304" pitchFamily="18" charset="0"/>
              <a:cs typeface="Times New Roman" panose="02020603050405020304" pitchFamily="18" charset="0"/>
            </a:endParaRPr>
          </a:p>
          <a:p>
            <a:pPr algn="ct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spcBef>
                <a:spcPct val="50000"/>
              </a:spcBef>
              <a:buClr>
                <a:schemeClr val="tx2"/>
              </a:buClr>
            </a:pPr>
            <a:r>
              <a:rPr lang="fr-FR" sz="1600" i="1" dirty="0">
                <a:latin typeface="Times New Roman" panose="02020603050405020304" pitchFamily="18" charset="0"/>
                <a:cs typeface="Times New Roman" panose="02020603050405020304" pitchFamily="18" charset="0"/>
              </a:rPr>
              <a:t>				Vision conceptuelle du pipeline de sécurité hybride</a:t>
            </a:r>
            <a:endParaRPr lang="fr-FR" sz="1600" b="1" i="1" dirty="0">
              <a:solidFill>
                <a:schemeClr val="tx2"/>
              </a:solidFill>
              <a:latin typeface="Times New Roman" panose="02020603050405020304" pitchFamily="18" charset="0"/>
              <a:cs typeface="Times New Roman" panose="02020603050405020304" pitchFamily="18" charset="0"/>
            </a:endParaRPr>
          </a:p>
        </p:txBody>
      </p:sp>
      <p:pic>
        <p:nvPicPr>
          <p:cNvPr id="1032" name="Picture 8" descr="Image générée par l'IA">
            <a:extLst>
              <a:ext uri="{FF2B5EF4-FFF2-40B4-BE49-F238E27FC236}">
                <a16:creationId xmlns:a16="http://schemas.microsoft.com/office/drawing/2014/main" id="{D6DE3237-AFFB-C72E-A838-105B3B837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36157" y="1268775"/>
            <a:ext cx="5004048" cy="4582195"/>
          </a:xfrm>
          <a:prstGeom prst="rect">
            <a:avLst/>
          </a:prstGeom>
          <a:noFill/>
          <a:extLst>
            <a:ext uri="{909E8E84-426E-40DD-AFC4-6F175D3DCCD1}">
              <a14:hiddenFill xmlns:a14="http://schemas.microsoft.com/office/drawing/2010/main">
                <a:solidFill>
                  <a:srgbClr val="FFFFFF"/>
                </a:solidFill>
              </a14:hiddenFill>
            </a:ext>
          </a:extLst>
        </p:spPr>
      </p:pic>
      <p:sp>
        <p:nvSpPr>
          <p:cNvPr id="2" name="ZoneTexte 1">
            <a:extLst>
              <a:ext uri="{FF2B5EF4-FFF2-40B4-BE49-F238E27FC236}">
                <a16:creationId xmlns:a16="http://schemas.microsoft.com/office/drawing/2014/main" id="{0B947051-3E3E-F21C-08B2-82C1C5F89922}"/>
              </a:ext>
            </a:extLst>
          </p:cNvPr>
          <p:cNvSpPr txBox="1"/>
          <p:nvPr/>
        </p:nvSpPr>
        <p:spPr>
          <a:xfrm>
            <a:off x="107967" y="1102590"/>
            <a:ext cx="3560435" cy="5016758"/>
          </a:xfrm>
          <a:prstGeom prst="rect">
            <a:avLst/>
          </a:prstGeom>
          <a:noFill/>
        </p:spPr>
        <p:txBody>
          <a:bodyPr wrap="square" rtlCol="0">
            <a:spAutoFit/>
          </a:bodyPr>
          <a:lstStyle/>
          <a:p>
            <a:pPr marL="285730" indent="-285730">
              <a:buFont typeface="Arial" panose="020B0604020202020204" pitchFamily="34" charset="0"/>
              <a:buChar char="•"/>
            </a:pPr>
            <a:r>
              <a:rPr lang="fr-FR" sz="1600" b="1" dirty="0">
                <a:latin typeface="Times New Roman" panose="02020603050405020304" pitchFamily="18" charset="0"/>
                <a:cs typeface="Times New Roman" panose="02020603050405020304" pitchFamily="18" charset="0"/>
              </a:rPr>
              <a:t>Paradigme de Défense en Profondeur :</a:t>
            </a:r>
            <a:r>
              <a:rPr lang="fr-FR" sz="1600" dirty="0">
                <a:latin typeface="Times New Roman" panose="02020603050405020304" pitchFamily="18" charset="0"/>
                <a:cs typeface="Times New Roman" panose="02020603050405020304" pitchFamily="18" charset="0"/>
              </a:rPr>
              <a:t> Combinaison d'un filtrage déterministe (Heuristique) et d'une analyse probabiliste (IA)</a:t>
            </a:r>
          </a:p>
          <a:p>
            <a:pPr marL="285730" indent="-285730">
              <a:buFont typeface="Arial" panose="020B0604020202020204" pitchFamily="34" charset="0"/>
              <a:buChar char="•"/>
            </a:pPr>
            <a:r>
              <a:rPr lang="fr-FR" sz="1600" b="1" dirty="0">
                <a:latin typeface="Times New Roman" panose="02020603050405020304" pitchFamily="18" charset="0"/>
                <a:cs typeface="Times New Roman" panose="02020603050405020304" pitchFamily="18" charset="0"/>
              </a:rPr>
              <a:t>Moteur Heuristique (Ligne de front) :</a:t>
            </a:r>
            <a:r>
              <a:rPr lang="fr-FR" sz="1600" dirty="0">
                <a:latin typeface="Times New Roman" panose="02020603050405020304" pitchFamily="18" charset="0"/>
                <a:cs typeface="Times New Roman" panose="02020603050405020304" pitchFamily="18" charset="0"/>
              </a:rPr>
              <a:t> Analyse par signatures et motifs SQL pour un blocage instantané des menaces connues.</a:t>
            </a:r>
          </a:p>
          <a:p>
            <a:pPr marL="285730" indent="-285730">
              <a:buFont typeface="Arial" panose="020B0604020202020204" pitchFamily="34" charset="0"/>
              <a:buChar char="•"/>
            </a:pPr>
            <a:r>
              <a:rPr lang="fr-FR" sz="1600" b="1" dirty="0">
                <a:latin typeface="Times New Roman" panose="02020603050405020304" pitchFamily="18" charset="0"/>
                <a:cs typeface="Times New Roman" panose="02020603050405020304" pitchFamily="18" charset="0"/>
              </a:rPr>
              <a:t>Module IA (Analyse Prédictive) :</a:t>
            </a:r>
            <a:r>
              <a:rPr lang="fr-FR" sz="1600" dirty="0">
                <a:latin typeface="Times New Roman" panose="02020603050405020304" pitchFamily="18" charset="0"/>
                <a:cs typeface="Times New Roman" panose="02020603050405020304" pitchFamily="18" charset="0"/>
              </a:rPr>
              <a:t> Recours au réseau de neurones MLP pour traiter les attaques "Zero-day" et les payloads obfusqués.</a:t>
            </a:r>
          </a:p>
          <a:p>
            <a:pPr marL="285730" indent="-285730">
              <a:buFont typeface="Arial" panose="020B0604020202020204" pitchFamily="34" charset="0"/>
              <a:buChar char="•"/>
            </a:pPr>
            <a:r>
              <a:rPr lang="fr-FR" sz="1600" b="1" dirty="0">
                <a:latin typeface="Times New Roman" panose="02020603050405020304" pitchFamily="18" charset="0"/>
                <a:cs typeface="Times New Roman" panose="02020603050405020304" pitchFamily="18" charset="0"/>
              </a:rPr>
              <a:t>Optimisation de la Charge :</a:t>
            </a:r>
            <a:r>
              <a:rPr lang="fr-FR" sz="1600" dirty="0">
                <a:latin typeface="Times New Roman" panose="02020603050405020304" pitchFamily="18" charset="0"/>
                <a:cs typeface="Times New Roman" panose="02020603050405020304" pitchFamily="18" charset="0"/>
              </a:rPr>
              <a:t> Inférence neuronale sélective limitée aux requêtes suspectes ("Zones grises") pour préserver les ressources.</a:t>
            </a:r>
          </a:p>
          <a:p>
            <a:pPr marL="285730" indent="-285730">
              <a:buFont typeface="Arial" panose="020B0604020202020204" pitchFamily="34" charset="0"/>
              <a:buChar char="•"/>
            </a:pPr>
            <a:r>
              <a:rPr lang="fr-FR" sz="1600" b="1" dirty="0">
                <a:latin typeface="Times New Roman" panose="02020603050405020304" pitchFamily="18" charset="0"/>
                <a:cs typeface="Times New Roman" panose="02020603050405020304" pitchFamily="18" charset="0"/>
              </a:rPr>
              <a:t>Objectif de Résilience :</a:t>
            </a:r>
            <a:r>
              <a:rPr lang="fr-FR" sz="1600" dirty="0">
                <a:latin typeface="Times New Roman" panose="02020603050405020304" pitchFamily="18" charset="0"/>
                <a:cs typeface="Times New Roman" panose="02020603050405020304" pitchFamily="18" charset="0"/>
              </a:rPr>
              <a:t> Maximisation du taux de détection tout en maintenant une latence infra-milliseconde.</a:t>
            </a:r>
          </a:p>
        </p:txBody>
      </p:sp>
      <p:graphicFrame>
        <p:nvGraphicFramePr>
          <p:cNvPr id="23" name="Tableau 22">
            <a:extLst>
              <a:ext uri="{FF2B5EF4-FFF2-40B4-BE49-F238E27FC236}">
                <a16:creationId xmlns:a16="http://schemas.microsoft.com/office/drawing/2014/main" id="{DE4EFC4F-C1A1-7A3E-0669-E6BCE15478E1}"/>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3" name="Picture 2" descr="Owasp Logo Flat2 Icon &lt; Cydrill Software Security">
            <a:extLst>
              <a:ext uri="{FF2B5EF4-FFF2-40B4-BE49-F238E27FC236}">
                <a16:creationId xmlns:a16="http://schemas.microsoft.com/office/drawing/2014/main" id="{8C787A5C-6CA9-FE93-A828-43742D1FD49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59735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032"/>
                                        </p:tgtEl>
                                        <p:attrNameLst>
                                          <p:attrName>style.visibility</p:attrName>
                                        </p:attrNameLst>
                                      </p:cBhvr>
                                      <p:to>
                                        <p:strVal val="visible"/>
                                      </p:to>
                                    </p:set>
                                    <p:animEffect transition="in" filter="fade">
                                      <p:cBhvr>
                                        <p:cTn id="19" dur="1000"/>
                                        <p:tgtEl>
                                          <p:spTgt spid="1032"/>
                                        </p:tgtEl>
                                      </p:cBhvr>
                                    </p:animEffect>
                                    <p:anim calcmode="lin" valueType="num">
                                      <p:cBhvr>
                                        <p:cTn id="20" dur="1000" fill="hold"/>
                                        <p:tgtEl>
                                          <p:spTgt spid="1032"/>
                                        </p:tgtEl>
                                        <p:attrNameLst>
                                          <p:attrName>ppt_x</p:attrName>
                                        </p:attrNameLst>
                                      </p:cBhvr>
                                      <p:tavLst>
                                        <p:tav tm="0">
                                          <p:val>
                                            <p:strVal val="#ppt_x"/>
                                          </p:val>
                                        </p:tav>
                                        <p:tav tm="100000">
                                          <p:val>
                                            <p:strVal val="#ppt_x"/>
                                          </p:val>
                                        </p:tav>
                                      </p:tavLst>
                                    </p:anim>
                                    <p:anim calcmode="lin" valueType="num">
                                      <p:cBhvr>
                                        <p:cTn id="21" dur="1000" fill="hold"/>
                                        <p:tgtEl>
                                          <p:spTgt spid="1032"/>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6">
                                            <p:txEl>
                                              <p:pRg st="11" end="11"/>
                                            </p:txEl>
                                          </p:spTgt>
                                        </p:tgtEl>
                                        <p:attrNameLst>
                                          <p:attrName>style.visibility</p:attrName>
                                        </p:attrNameLst>
                                      </p:cBhvr>
                                      <p:to>
                                        <p:strVal val="visible"/>
                                      </p:to>
                                    </p:set>
                                    <p:animEffect transition="in" filter="fade">
                                      <p:cBhvr>
                                        <p:cTn id="24" dur="1000"/>
                                        <p:tgtEl>
                                          <p:spTgt spid="26">
                                            <p:txEl>
                                              <p:pRg st="11" end="11"/>
                                            </p:txEl>
                                          </p:spTgt>
                                        </p:tgtEl>
                                      </p:cBhvr>
                                    </p:animEffect>
                                    <p:anim calcmode="lin" valueType="num">
                                      <p:cBhvr>
                                        <p:cTn id="25" dur="1000" fill="hold"/>
                                        <p:tgtEl>
                                          <p:spTgt spid="26">
                                            <p:txEl>
                                              <p:pRg st="11" end="11"/>
                                            </p:txEl>
                                          </p:spTgt>
                                        </p:tgtEl>
                                        <p:attrNameLst>
                                          <p:attrName>ppt_x</p:attrName>
                                        </p:attrNameLst>
                                      </p:cBhvr>
                                      <p:tavLst>
                                        <p:tav tm="0">
                                          <p:val>
                                            <p:strVal val="#ppt_x"/>
                                          </p:val>
                                        </p:tav>
                                        <p:tav tm="100000">
                                          <p:val>
                                            <p:strVal val="#ppt_x"/>
                                          </p:val>
                                        </p:tav>
                                      </p:tavLst>
                                    </p:anim>
                                    <p:anim calcmode="lin" valueType="num">
                                      <p:cBhvr>
                                        <p:cTn id="26" dur="1000" fill="hold"/>
                                        <p:tgtEl>
                                          <p:spTgt spid="26">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3C7BA-DD9A-C8BF-9014-AEF3C767743A}"/>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62533F77-FE95-F565-AF2A-0B65F17798B7}"/>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17</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8D70AE84-5171-B843-3CC9-09B187191D48}"/>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CC93FD0B-A473-938F-7C1D-2DEC490D6517}"/>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FDDD6105-7F1D-8B07-A4DE-EAA840AD4F7D}"/>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C040DFDD-1EE1-A7B9-5CDF-CC4FF926D3D7}"/>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1DB2C389-565E-2B64-6DC5-A2D863C83E75}"/>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7EFD7225-3157-1A6E-95F3-F95777E9AE78}"/>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17</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D9BFF7A2-B75C-BD6B-42C9-CDB6D44F0AF0}"/>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61581BEB-EEFB-B3D8-65CB-FF018D4DE017}"/>
              </a:ext>
            </a:extLst>
          </p:cNvPr>
          <p:cNvSpPr txBox="1">
            <a:spLocks noGrp="1"/>
          </p:cNvSpPr>
          <p:nvPr/>
        </p:nvSpPr>
        <p:spPr bwMode="auto">
          <a:xfrm>
            <a:off x="209569" y="6491303"/>
            <a:ext cx="4414389"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14163460-CD2B-C1DD-518D-87EDF516CB78}"/>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5A1FF859-5439-9B43-0861-8846AEA21BED}"/>
              </a:ext>
            </a:extLst>
          </p:cNvPr>
          <p:cNvSpPr txBox="1">
            <a:spLocks noChangeArrowheads="1"/>
          </p:cNvSpPr>
          <p:nvPr/>
        </p:nvSpPr>
        <p:spPr bwMode="auto">
          <a:xfrm>
            <a:off x="382747" y="412767"/>
            <a:ext cx="8106155" cy="4247317"/>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Architecture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Hybride</a:t>
            </a:r>
            <a:r>
              <a:rPr lang="fr-FR" sz="2000" dirty="0"/>
              <a:t> : </a:t>
            </a:r>
            <a:r>
              <a:rPr lang="fr-FR" sz="2000" b="1" dirty="0">
                <a:solidFill>
                  <a:schemeClr val="tx2"/>
                </a:solidFill>
                <a:latin typeface="Times New Roman" panose="02020603050405020304" pitchFamily="18" charset="0"/>
                <a:cs typeface="Times New Roman" panose="02020603050405020304" pitchFamily="18" charset="0"/>
              </a:rPr>
              <a:t>Synergie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entre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Heuristique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et</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IA</a:t>
            </a: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sp>
        <p:nvSpPr>
          <p:cNvPr id="2" name="ZoneTexte 1">
            <a:extLst>
              <a:ext uri="{FF2B5EF4-FFF2-40B4-BE49-F238E27FC236}">
                <a16:creationId xmlns:a16="http://schemas.microsoft.com/office/drawing/2014/main" id="{0B7DDF67-79E7-B6E0-C8BF-FB5B4BE35BC3}"/>
              </a:ext>
            </a:extLst>
          </p:cNvPr>
          <p:cNvSpPr txBox="1"/>
          <p:nvPr/>
        </p:nvSpPr>
        <p:spPr>
          <a:xfrm>
            <a:off x="65509" y="4339852"/>
            <a:ext cx="9153527" cy="2031325"/>
          </a:xfrm>
          <a:prstGeom prst="rect">
            <a:avLst/>
          </a:prstGeom>
          <a:noFill/>
        </p:spPr>
        <p:txBody>
          <a:bodyPr wrap="square" rtlCol="0">
            <a:spAutoFit/>
          </a:bodyPr>
          <a:lstStyle/>
          <a:p>
            <a:pPr marL="285730" indent="-285730">
              <a:buFont typeface="Arial" panose="020B0604020202020204" pitchFamily="34" charset="0"/>
              <a:buChar char="•"/>
            </a:pPr>
            <a:r>
              <a:rPr lang="fr-FR" sz="1400" b="1" dirty="0">
                <a:latin typeface="Times New Roman" panose="02020603050405020304" pitchFamily="18" charset="0"/>
                <a:cs typeface="Times New Roman" panose="02020603050405020304" pitchFamily="18" charset="0"/>
              </a:rPr>
              <a:t>Composants du Système :</a:t>
            </a:r>
            <a:r>
              <a:rPr lang="fr-FR" sz="1400" dirty="0">
                <a:latin typeface="Times New Roman" panose="02020603050405020304" pitchFamily="18" charset="0"/>
                <a:cs typeface="Times New Roman" panose="02020603050405020304" pitchFamily="18" charset="0"/>
              </a:rPr>
              <a:t> Déploiement d'une architecture distribuée entre le serveur d'application (PHP) et le moteur d'analyse (Python).</a:t>
            </a:r>
          </a:p>
          <a:p>
            <a:pPr marL="285730" indent="-285730">
              <a:buFont typeface="Arial" panose="020B0604020202020204" pitchFamily="34" charset="0"/>
              <a:buChar char="•"/>
            </a:pPr>
            <a:r>
              <a:rPr lang="fr-FR" sz="1400" b="1" dirty="0">
                <a:latin typeface="Times New Roman" panose="02020603050405020304" pitchFamily="18" charset="0"/>
                <a:cs typeface="Times New Roman" panose="02020603050405020304" pitchFamily="18" charset="0"/>
              </a:rPr>
              <a:t>Le Middleware de Sécurité :</a:t>
            </a:r>
            <a:r>
              <a:rPr lang="fr-FR" sz="1400" dirty="0">
                <a:latin typeface="Times New Roman" panose="02020603050405020304" pitchFamily="18" charset="0"/>
                <a:cs typeface="Times New Roman" panose="02020603050405020304" pitchFamily="18" charset="0"/>
              </a:rPr>
              <a:t> Point central d'interception agissant comme un "proxy" interne entre l'application et le SGBD</a:t>
            </a:r>
          </a:p>
          <a:p>
            <a:pPr marL="285730" indent="-285730">
              <a:buFont typeface="Arial" panose="020B0604020202020204" pitchFamily="34" charset="0"/>
              <a:buChar char="•"/>
            </a:pPr>
            <a:r>
              <a:rPr lang="fr-FR" sz="1400" b="1" dirty="0">
                <a:latin typeface="Times New Roman" panose="02020603050405020304" pitchFamily="18" charset="0"/>
                <a:cs typeface="Times New Roman" panose="02020603050405020304" pitchFamily="18" charset="0"/>
              </a:rPr>
              <a:t>Module IA Déporté :</a:t>
            </a:r>
            <a:r>
              <a:rPr lang="fr-FR" sz="1400" dirty="0">
                <a:latin typeface="Times New Roman" panose="02020603050405020304" pitchFamily="18" charset="0"/>
                <a:cs typeface="Times New Roman" panose="02020603050405020304" pitchFamily="18" charset="0"/>
              </a:rPr>
              <a:t> Utilisation d'une </a:t>
            </a:r>
            <a:r>
              <a:rPr lang="fr-FR" sz="14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API Flask</a:t>
            </a:r>
            <a:r>
              <a:rPr lang="fr-FR" sz="1400" dirty="0">
                <a:latin typeface="Times New Roman" panose="02020603050405020304" pitchFamily="18" charset="0"/>
                <a:cs typeface="Times New Roman" panose="02020603050405020304" pitchFamily="18" charset="0"/>
              </a:rPr>
              <a:t> pour isoler la logique de détection et permettre une scalabilité du modèle.</a:t>
            </a:r>
          </a:p>
          <a:p>
            <a:pPr marL="285730" indent="-285730">
              <a:buFont typeface="Arial" panose="020B0604020202020204" pitchFamily="34" charset="0"/>
              <a:buChar char="•"/>
            </a:pPr>
            <a:r>
              <a:rPr lang="fr-FR" sz="1400" b="1" dirty="0">
                <a:latin typeface="Times New Roman" panose="02020603050405020304" pitchFamily="18" charset="0"/>
                <a:cs typeface="Times New Roman" panose="02020603050405020304" pitchFamily="18" charset="0"/>
              </a:rPr>
              <a:t>Journalisation (Logs) : </a:t>
            </a:r>
            <a:r>
              <a:rPr lang="fr-FR" sz="1400" dirty="0">
                <a:latin typeface="Times New Roman" panose="02020603050405020304" pitchFamily="18" charset="0"/>
                <a:cs typeface="Times New Roman" panose="02020603050405020304" pitchFamily="18" charset="0"/>
              </a:rPr>
              <a:t>Système de traçabilité intégré pour l'audit des tentatives d'intrusion et l'amélioration continue du dataset.</a:t>
            </a:r>
          </a:p>
          <a:p>
            <a:pPr marL="285730" indent="-285730">
              <a:buFont typeface="Arial" panose="020B0604020202020204" pitchFamily="34" charset="0"/>
              <a:buChar char="•"/>
            </a:pPr>
            <a:r>
              <a:rPr lang="fr-FR" sz="1400" b="1" dirty="0"/>
              <a:t>Flux de Décision :</a:t>
            </a:r>
            <a:r>
              <a:rPr lang="fr-FR" sz="1400" dirty="0"/>
              <a:t> Communication bidirectionnelle pour valider la requête avant sa persistance dans MySQL 8.0.</a:t>
            </a:r>
            <a:endParaRPr lang="fr-FR" sz="1400" dirty="0">
              <a:latin typeface="Times New Roman" panose="02020603050405020304" pitchFamily="18" charset="0"/>
              <a:cs typeface="Times New Roman" panose="02020603050405020304" pitchFamily="18" charset="0"/>
            </a:endParaRPr>
          </a:p>
        </p:txBody>
      </p:sp>
      <p:graphicFrame>
        <p:nvGraphicFramePr>
          <p:cNvPr id="23" name="Tableau 22"/>
          <p:cNvGraphicFramePr>
            <a:graphicFrameLocks noGrp="1"/>
          </p:cNvGraphicFramePr>
          <p:nvPr>
            <p:extLst>
              <p:ext uri="{D42A27DB-BD31-4B8C-83A1-F6EECF244321}">
                <p14:modId xmlns:p14="http://schemas.microsoft.com/office/powerpoint/2010/main" val="1575094304"/>
              </p:ext>
            </p:extLst>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6" name="Image 5">
            <a:extLst>
              <a:ext uri="{FF2B5EF4-FFF2-40B4-BE49-F238E27FC236}">
                <a16:creationId xmlns:a16="http://schemas.microsoft.com/office/drawing/2014/main" id="{C66BBC98-678F-87F6-F440-6AB0D250192D}"/>
              </a:ext>
            </a:extLst>
          </p:cNvPr>
          <p:cNvPicPr>
            <a:picLocks noChangeAspect="1"/>
          </p:cNvPicPr>
          <p:nvPr/>
        </p:nvPicPr>
        <p:blipFill>
          <a:blip r:embed="rId3"/>
          <a:stretch>
            <a:fillRect/>
          </a:stretch>
        </p:blipFill>
        <p:spPr>
          <a:xfrm>
            <a:off x="1168403" y="917856"/>
            <a:ext cx="7048500" cy="3421993"/>
          </a:xfrm>
          <a:prstGeom prst="rect">
            <a:avLst/>
          </a:prstGeom>
        </p:spPr>
      </p:pic>
      <p:pic>
        <p:nvPicPr>
          <p:cNvPr id="3" name="Picture 2" descr="Owasp Logo Flat2 Icon &lt; Cydrill Software Security">
            <a:extLst>
              <a:ext uri="{FF2B5EF4-FFF2-40B4-BE49-F238E27FC236}">
                <a16:creationId xmlns:a16="http://schemas.microsoft.com/office/drawing/2014/main" id="{858B4DC6-DF94-F490-829B-4C7130A803C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4287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
                                            <p:txEl>
                                              <p:pRg st="0" end="0"/>
                                            </p:txEl>
                                          </p:spTgt>
                                        </p:tgtEl>
                                        <p:attrNameLst>
                                          <p:attrName>style.visibility</p:attrName>
                                        </p:attrNameLst>
                                      </p:cBhvr>
                                      <p:to>
                                        <p:strVal val="visible"/>
                                      </p:to>
                                    </p:set>
                                    <p:animEffect transition="in" filter="fade">
                                      <p:cBhvr>
                                        <p:cTn id="19" dur="1000"/>
                                        <p:tgtEl>
                                          <p:spTgt spid="2">
                                            <p:txEl>
                                              <p:pRg st="0" end="0"/>
                                            </p:txEl>
                                          </p:spTgt>
                                        </p:tgtEl>
                                      </p:cBhvr>
                                    </p:animEffect>
                                    <p:anim calcmode="lin" valueType="num">
                                      <p:cBhvr>
                                        <p:cTn id="20"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2">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
                                            <p:txEl>
                                              <p:pRg st="1" end="1"/>
                                            </p:txEl>
                                          </p:spTgt>
                                        </p:tgtEl>
                                        <p:attrNameLst>
                                          <p:attrName>style.visibility</p:attrName>
                                        </p:attrNameLst>
                                      </p:cBhvr>
                                      <p:to>
                                        <p:strVal val="visible"/>
                                      </p:to>
                                    </p:set>
                                    <p:animEffect transition="in" filter="fade">
                                      <p:cBhvr>
                                        <p:cTn id="24" dur="1000"/>
                                        <p:tgtEl>
                                          <p:spTgt spid="2">
                                            <p:txEl>
                                              <p:pRg st="1" end="1"/>
                                            </p:txEl>
                                          </p:spTgt>
                                        </p:tgtEl>
                                      </p:cBhvr>
                                    </p:animEffect>
                                    <p:anim calcmode="lin" valueType="num">
                                      <p:cBhvr>
                                        <p:cTn id="2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2">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
                                            <p:txEl>
                                              <p:pRg st="2" end="2"/>
                                            </p:txEl>
                                          </p:spTgt>
                                        </p:tgtEl>
                                        <p:attrNameLst>
                                          <p:attrName>style.visibility</p:attrName>
                                        </p:attrNameLst>
                                      </p:cBhvr>
                                      <p:to>
                                        <p:strVal val="visible"/>
                                      </p:to>
                                    </p:set>
                                    <p:animEffect transition="in" filter="fade">
                                      <p:cBhvr>
                                        <p:cTn id="29" dur="1000"/>
                                        <p:tgtEl>
                                          <p:spTgt spid="2">
                                            <p:txEl>
                                              <p:pRg st="2" end="2"/>
                                            </p:txEl>
                                          </p:spTgt>
                                        </p:tgtEl>
                                      </p:cBhvr>
                                    </p:animEffect>
                                    <p:anim calcmode="lin" valueType="num">
                                      <p:cBhvr>
                                        <p:cTn id="30"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2">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
                                            <p:txEl>
                                              <p:pRg st="3" end="3"/>
                                            </p:txEl>
                                          </p:spTgt>
                                        </p:tgtEl>
                                        <p:attrNameLst>
                                          <p:attrName>style.visibility</p:attrName>
                                        </p:attrNameLst>
                                      </p:cBhvr>
                                      <p:to>
                                        <p:strVal val="visible"/>
                                      </p:to>
                                    </p:set>
                                    <p:animEffect transition="in" filter="fade">
                                      <p:cBhvr>
                                        <p:cTn id="34" dur="1000"/>
                                        <p:tgtEl>
                                          <p:spTgt spid="2">
                                            <p:txEl>
                                              <p:pRg st="3" end="3"/>
                                            </p:txEl>
                                          </p:spTgt>
                                        </p:tgtEl>
                                      </p:cBhvr>
                                    </p:animEffect>
                                    <p:anim calcmode="lin" valueType="num">
                                      <p:cBhvr>
                                        <p:cTn id="35"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2">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
                                            <p:txEl>
                                              <p:pRg st="4" end="4"/>
                                            </p:txEl>
                                          </p:spTgt>
                                        </p:tgtEl>
                                        <p:attrNameLst>
                                          <p:attrName>style.visibility</p:attrName>
                                        </p:attrNameLst>
                                      </p:cBhvr>
                                      <p:to>
                                        <p:strVal val="visible"/>
                                      </p:to>
                                    </p:set>
                                    <p:animEffect transition="in" filter="fade">
                                      <p:cBhvr>
                                        <p:cTn id="39" dur="1000"/>
                                        <p:tgtEl>
                                          <p:spTgt spid="2">
                                            <p:txEl>
                                              <p:pRg st="4" end="4"/>
                                            </p:txEl>
                                          </p:spTgt>
                                        </p:tgtEl>
                                      </p:cBhvr>
                                    </p:animEffect>
                                    <p:anim calcmode="lin" valueType="num">
                                      <p:cBhvr>
                                        <p:cTn id="40"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2918-AB9A-DC8D-BE4D-7598946DAC05}"/>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65E41120-6EFC-221D-2C9C-D1C6BA5CD7D6}"/>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18</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F9AE1435-5A55-0E3A-CA7E-1586128A0087}"/>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7790B24C-6F44-7E6C-FEC8-7F39BF54A000}"/>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3A0E1A08-1297-AAD1-6A20-749384467AE1}"/>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CE32B8BF-3601-2752-DB21-6E07888A8F1B}"/>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F9E105A6-AFC2-8A6D-2555-C6E046863556}"/>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BD81B886-CD68-DC99-37D0-4030D63F84B8}"/>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18</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FFFF42D6-1864-3DD6-BD68-E6E4FAD1CE9E}"/>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19165F1A-BD6C-3BCC-929C-6378DC3CD017}"/>
              </a:ext>
            </a:extLst>
          </p:cNvPr>
          <p:cNvSpPr txBox="1">
            <a:spLocks noGrp="1"/>
          </p:cNvSpPr>
          <p:nvPr/>
        </p:nvSpPr>
        <p:spPr bwMode="auto">
          <a:xfrm>
            <a:off x="209569" y="6491303"/>
            <a:ext cx="4455159"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8054EDC7-B0DB-CC88-F3C5-5BDE5720BB17}"/>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36EE4370-C699-D5E5-3838-2B735ECEE399}"/>
              </a:ext>
            </a:extLst>
          </p:cNvPr>
          <p:cNvSpPr txBox="1">
            <a:spLocks noChangeArrowheads="1"/>
          </p:cNvSpPr>
          <p:nvPr/>
        </p:nvSpPr>
        <p:spPr bwMode="auto">
          <a:xfrm>
            <a:off x="0" y="412748"/>
            <a:ext cx="9144000" cy="6093976"/>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Logigramme de Décision et Gestion de la Zone Grise</a:t>
            </a:r>
          </a:p>
          <a:p>
            <a:pP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EC5B9E12-7E30-5923-CB17-79B5236AAA9D}"/>
              </a:ext>
            </a:extLst>
          </p:cNvPr>
          <p:cNvGraphicFramePr>
            <a:graphicFrameLocks noGrp="1"/>
          </p:cNvGraphicFramePr>
          <p:nvPr>
            <p:extLst>
              <p:ext uri="{D42A27DB-BD31-4B8C-83A1-F6EECF244321}">
                <p14:modId xmlns:p14="http://schemas.microsoft.com/office/powerpoint/2010/main" val="2330091035"/>
              </p:ext>
            </p:extLst>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4" name="Image 3">
            <a:extLst>
              <a:ext uri="{FF2B5EF4-FFF2-40B4-BE49-F238E27FC236}">
                <a16:creationId xmlns:a16="http://schemas.microsoft.com/office/drawing/2014/main" id="{D8C9B6A9-42C1-2FAD-35E1-07033B384D21}"/>
              </a:ext>
            </a:extLst>
          </p:cNvPr>
          <p:cNvPicPr>
            <a:picLocks noChangeAspect="1"/>
          </p:cNvPicPr>
          <p:nvPr/>
        </p:nvPicPr>
        <p:blipFill>
          <a:blip r:embed="rId3"/>
          <a:stretch>
            <a:fillRect/>
          </a:stretch>
        </p:blipFill>
        <p:spPr>
          <a:xfrm>
            <a:off x="4932040" y="846583"/>
            <a:ext cx="3949136" cy="4434955"/>
          </a:xfrm>
          <a:prstGeom prst="rect">
            <a:avLst/>
          </a:prstGeom>
        </p:spPr>
      </p:pic>
      <p:pic>
        <p:nvPicPr>
          <p:cNvPr id="8" name="Image 7">
            <a:extLst>
              <a:ext uri="{FF2B5EF4-FFF2-40B4-BE49-F238E27FC236}">
                <a16:creationId xmlns:a16="http://schemas.microsoft.com/office/drawing/2014/main" id="{14285131-ADB0-3B94-775F-474EEC4C1822}"/>
              </a:ext>
            </a:extLst>
          </p:cNvPr>
          <p:cNvPicPr>
            <a:picLocks noChangeAspect="1"/>
          </p:cNvPicPr>
          <p:nvPr/>
        </p:nvPicPr>
        <p:blipFill>
          <a:blip r:embed="rId4"/>
          <a:stretch>
            <a:fillRect/>
          </a:stretch>
        </p:blipFill>
        <p:spPr>
          <a:xfrm>
            <a:off x="1212255" y="5319659"/>
            <a:ext cx="5342352" cy="1028755"/>
          </a:xfrm>
          <a:prstGeom prst="rect">
            <a:avLst/>
          </a:prstGeom>
        </p:spPr>
      </p:pic>
      <p:pic>
        <p:nvPicPr>
          <p:cNvPr id="10" name="Image 9">
            <a:extLst>
              <a:ext uri="{FF2B5EF4-FFF2-40B4-BE49-F238E27FC236}">
                <a16:creationId xmlns:a16="http://schemas.microsoft.com/office/drawing/2014/main" id="{653477F3-AA67-2FA9-5C40-97B024ED127D}"/>
              </a:ext>
            </a:extLst>
          </p:cNvPr>
          <p:cNvPicPr>
            <a:picLocks noChangeAspect="1"/>
          </p:cNvPicPr>
          <p:nvPr/>
        </p:nvPicPr>
        <p:blipFill>
          <a:blip r:embed="rId5"/>
          <a:stretch>
            <a:fillRect/>
          </a:stretch>
        </p:blipFill>
        <p:spPr>
          <a:xfrm>
            <a:off x="107951" y="1015884"/>
            <a:ext cx="3949136" cy="4220713"/>
          </a:xfrm>
          <a:prstGeom prst="rect">
            <a:avLst/>
          </a:prstGeom>
        </p:spPr>
      </p:pic>
      <p:pic>
        <p:nvPicPr>
          <p:cNvPr id="2" name="Picture 2" descr="Owasp Logo Flat2 Icon &lt; Cydrill Software Security">
            <a:extLst>
              <a:ext uri="{FF2B5EF4-FFF2-40B4-BE49-F238E27FC236}">
                <a16:creationId xmlns:a16="http://schemas.microsoft.com/office/drawing/2014/main" id="{FA53F5E9-46C0-A871-E6DE-1B49C7C218BB}"/>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4056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fade">
                                      <p:cBhvr>
                                        <p:cTn id="28" dur="1000"/>
                                        <p:tgtEl>
                                          <p:spTgt spid="8"/>
                                        </p:tgtEl>
                                      </p:cBhvr>
                                    </p:animEffect>
                                    <p:anim calcmode="lin" valueType="num">
                                      <p:cBhvr>
                                        <p:cTn id="29" dur="1000" fill="hold"/>
                                        <p:tgtEl>
                                          <p:spTgt spid="8"/>
                                        </p:tgtEl>
                                        <p:attrNameLst>
                                          <p:attrName>ppt_x</p:attrName>
                                        </p:attrNameLst>
                                      </p:cBhvr>
                                      <p:tavLst>
                                        <p:tav tm="0">
                                          <p:val>
                                            <p:strVal val="#ppt_x"/>
                                          </p:val>
                                        </p:tav>
                                        <p:tav tm="100000">
                                          <p:val>
                                            <p:strVal val="#ppt_x"/>
                                          </p:val>
                                        </p:tav>
                                      </p:tavLst>
                                    </p:anim>
                                    <p:anim calcmode="lin" valueType="num">
                                      <p:cBhvr>
                                        <p:cTn id="3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270CD-8245-6E9E-8833-31E3141C7240}"/>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95DEEB98-4E01-6589-5734-15FF04ED423B}"/>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19</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703EF1A5-964E-08EB-BFC2-BF4CA1A9B22A}"/>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5245BF4B-83F3-FDD6-89F8-54AEE4C57755}"/>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18504D2E-BD2F-A37C-A4F9-6172E2B4DC3D}"/>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AA0D3298-7B1C-3536-BFBB-B2B04AB0A09A}"/>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42608DEC-ACA6-C9A9-DB84-BD2208B63144}"/>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0B75DABD-1D65-5A99-6427-750A583F0EC8}"/>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19</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A5D4B9AC-C880-E19F-7E0E-B861C2EA11C0}"/>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E43AEA3C-47FB-4540-BF66-F51209E12A3C}"/>
              </a:ext>
            </a:extLst>
          </p:cNvPr>
          <p:cNvSpPr txBox="1">
            <a:spLocks noGrp="1"/>
          </p:cNvSpPr>
          <p:nvPr/>
        </p:nvSpPr>
        <p:spPr bwMode="auto">
          <a:xfrm>
            <a:off x="209569" y="6491303"/>
            <a:ext cx="4455159"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77755792-08B7-7FCA-3893-CDA652880B30}"/>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22A76C9E-EA52-6FF4-2F7B-8363AA49D67B}"/>
              </a:ext>
            </a:extLst>
          </p:cNvPr>
          <p:cNvSpPr txBox="1">
            <a:spLocks noChangeArrowheads="1"/>
          </p:cNvSpPr>
          <p:nvPr/>
        </p:nvSpPr>
        <p:spPr bwMode="auto">
          <a:xfrm>
            <a:off x="0" y="412747"/>
            <a:ext cx="9144000" cy="6315640"/>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Logigramme de Décision et Gestion de la Zone Grise</a:t>
            </a: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marL="571458" indent="-571458">
              <a:buFont typeface="Arial" panose="020B0604020202020204" pitchFamily="34" charset="0"/>
              <a:buChar char="•"/>
            </a:pPr>
            <a:r>
              <a:rPr lang="fr-FR" sz="2400" b="1" dirty="0">
                <a:solidFill>
                  <a:schemeClr val="tx2"/>
                </a:solidFill>
                <a:latin typeface="Times New Roman" panose="02020603050405020304" pitchFamily="18" charset="0"/>
                <a:cs typeface="Times New Roman" panose="02020603050405020304" pitchFamily="18" charset="0"/>
              </a:rPr>
              <a:t>Règle de décision hybride : </a:t>
            </a:r>
            <a:r>
              <a:rPr lang="fr-FR" sz="2400" dirty="0"/>
              <a:t>score_ajusté ≥ 80 → BLOQUER ; 30 ≤ score_ajusté &lt; 80 → DÉLÉGUER À IA ; score_ajusté &lt; 30 → AUTORISER.</a:t>
            </a:r>
          </a:p>
          <a:p>
            <a:endParaRPr lang="fr-FR" sz="2400" dirty="0"/>
          </a:p>
          <a:p>
            <a:pPr marL="571458" indent="-571458">
              <a:buFont typeface="Arial" panose="020B0604020202020204" pitchFamily="34" charset="0"/>
              <a:buChar char="•"/>
            </a:pPr>
            <a:r>
              <a:rPr lang="fr-FR" sz="2400" b="1" dirty="0">
                <a:solidFill>
                  <a:schemeClr val="tx2"/>
                </a:solidFill>
                <a:latin typeface="Times New Roman" panose="02020603050405020304" pitchFamily="18" charset="0"/>
                <a:cs typeface="Times New Roman" panose="02020603050405020304" pitchFamily="18" charset="0"/>
              </a:rPr>
              <a:t>Pondérations par contexte : </a:t>
            </a:r>
            <a:r>
              <a:rPr lang="fr-FR" sz="2400" dirty="0"/>
              <a:t>login=1.3, admin=1.5, search=1.1.</a:t>
            </a:r>
          </a:p>
          <a:p>
            <a:endParaRPr lang="fr-FR" sz="2400" dirty="0"/>
          </a:p>
          <a:p>
            <a:pPr marL="571458" indent="-571458">
              <a:buFont typeface="Arial" panose="020B0604020202020204" pitchFamily="34" charset="0"/>
              <a:buChar char="•"/>
            </a:pPr>
            <a:r>
              <a:rPr lang="fr-FR" sz="2400" b="1" dirty="0">
                <a:solidFill>
                  <a:schemeClr val="tx2"/>
                </a:solidFill>
                <a:latin typeface="Times New Roman" panose="02020603050405020304" pitchFamily="18" charset="0"/>
                <a:cs typeface="Times New Roman" panose="02020603050405020304" pitchFamily="18" charset="0"/>
              </a:rPr>
              <a:t>Exemple chiffré (mini-cas) : </a:t>
            </a:r>
          </a:p>
          <a:p>
            <a:pPr marL="571458" indent="-571458">
              <a:buFont typeface="Arial" panose="020B0604020202020204" pitchFamily="34" charset="0"/>
              <a:buChar char="•"/>
            </a:pPr>
            <a:r>
              <a:rPr lang="en-US" sz="2400" dirty="0"/>
              <a:t>URL: https://mon-app.ml/login?user=admin' UNION SELECT 1,2,3– </a:t>
            </a:r>
          </a:p>
          <a:p>
            <a:pPr marL="571458" indent="-571458">
              <a:buFont typeface="Arial" panose="020B0604020202020204" pitchFamily="34" charset="0"/>
              <a:buChar char="•"/>
            </a:pPr>
            <a:endParaRPr lang="en-US" sz="2400" dirty="0"/>
          </a:p>
          <a:p>
            <a:pPr marL="571458" indent="-571458">
              <a:buFont typeface="Arial" panose="020B0604020202020204" pitchFamily="34" charset="0"/>
              <a:buChar char="•"/>
            </a:pPr>
            <a:r>
              <a:rPr lang="fr-FR" sz="2400" dirty="0"/>
              <a:t>pattern 'UNION' (+40) + caractère spécial (+25) + entropie (+20) =&gt; score brut = 85 → score_ajusté (contexte login=1.3) = 85 * 1.3 = 110.5 → DÉCISION = BLOQUER.</a:t>
            </a: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F39DD8A8-B120-F4DC-9F3A-85CC29D27C4A}"/>
              </a:ext>
            </a:extLst>
          </p:cNvPr>
          <p:cNvGraphicFramePr>
            <a:graphicFrameLocks noGrp="1"/>
          </p:cNvGraphicFramePr>
          <p:nvPr>
            <p:extLst>
              <p:ext uri="{D42A27DB-BD31-4B8C-83A1-F6EECF244321}">
                <p14:modId xmlns:p14="http://schemas.microsoft.com/office/powerpoint/2010/main" val="2730369572"/>
              </p:ext>
            </p:extLst>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500" dirty="0"/>
                        <a:t>Conclusion</a:t>
                      </a:r>
                      <a:endParaRPr lang="fr-FR" sz="1500" dirty="0">
                        <a:solidFill>
                          <a:schemeClr val="bg1"/>
                        </a:solidFill>
                      </a:endParaRP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F591152F-FAE1-3BE9-A0F0-1FFCD9A735E1}"/>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33873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0DDFF-C11A-BB7F-5A8C-82A63702F723}"/>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685BFABD-DC93-7E03-245E-06FB9DACCCFF}"/>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20</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88568358-E815-F606-7859-3B5F5A39960D}"/>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DEAF3EEC-7516-D024-8E84-8AC35ACEF1D1}"/>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B6E9AEE1-80DF-162B-A756-4D84C238A2F4}"/>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974B3309-C555-0499-4FA4-E226DADEB6D2}"/>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CA706F4C-51DF-2DEB-1151-AADAE416DCEC}"/>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65ACEB57-A227-048E-52A9-9761BE818E97}"/>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20</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6936C808-92EC-7B02-D44A-61D0E00FE609}"/>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0BECA03D-0AF7-53A7-C227-3A98383F47C1}"/>
              </a:ext>
            </a:extLst>
          </p:cNvPr>
          <p:cNvSpPr txBox="1">
            <a:spLocks noGrp="1"/>
          </p:cNvSpPr>
          <p:nvPr/>
        </p:nvSpPr>
        <p:spPr bwMode="auto">
          <a:xfrm>
            <a:off x="209552" y="6491303"/>
            <a:ext cx="457847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ACA38CC0-D981-37CA-ABA4-219AC9F2CFF9}"/>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868F9339-CF6C-24CD-E2FB-FB1AE749C8C5}"/>
              </a:ext>
            </a:extLst>
          </p:cNvPr>
          <p:cNvSpPr txBox="1">
            <a:spLocks noChangeArrowheads="1"/>
          </p:cNvSpPr>
          <p:nvPr/>
        </p:nvSpPr>
        <p:spPr bwMode="auto">
          <a:xfrm>
            <a:off x="0" y="412767"/>
            <a:ext cx="9144000" cy="4247317"/>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Cas</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d’Utilisation</a:t>
            </a:r>
            <a:r>
              <a:rPr lang="fr-FR" sz="2000" dirty="0"/>
              <a:t> : </a:t>
            </a:r>
            <a:r>
              <a:rPr lang="fr-FR" sz="2000" b="1" dirty="0">
                <a:solidFill>
                  <a:schemeClr val="tx2"/>
                </a:solidFill>
                <a:latin typeface="Times New Roman" panose="02020603050405020304" pitchFamily="18" charset="0"/>
                <a:cs typeface="Times New Roman" panose="02020603050405020304" pitchFamily="18" charset="0"/>
              </a:rPr>
              <a:t>Interactions</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et</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Supervision</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du</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Système</a:t>
            </a: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4B10DD59-1817-51F2-0A31-7DF3B1D26015}"/>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10" name="Image 9">
            <a:extLst>
              <a:ext uri="{FF2B5EF4-FFF2-40B4-BE49-F238E27FC236}">
                <a16:creationId xmlns:a16="http://schemas.microsoft.com/office/drawing/2014/main" id="{C3339F1D-C033-7387-21A3-399A9159E208}"/>
              </a:ext>
            </a:extLst>
          </p:cNvPr>
          <p:cNvPicPr>
            <a:picLocks noChangeAspect="1"/>
          </p:cNvPicPr>
          <p:nvPr/>
        </p:nvPicPr>
        <p:blipFill>
          <a:blip r:embed="rId3"/>
          <a:stretch>
            <a:fillRect/>
          </a:stretch>
        </p:blipFill>
        <p:spPr>
          <a:xfrm>
            <a:off x="28928" y="1847250"/>
            <a:ext cx="9144000" cy="3731341"/>
          </a:xfrm>
          <a:prstGeom prst="rect">
            <a:avLst/>
          </a:prstGeom>
        </p:spPr>
      </p:pic>
      <p:sp>
        <p:nvSpPr>
          <p:cNvPr id="11" name="ZoneTexte 10">
            <a:extLst>
              <a:ext uri="{FF2B5EF4-FFF2-40B4-BE49-F238E27FC236}">
                <a16:creationId xmlns:a16="http://schemas.microsoft.com/office/drawing/2014/main" id="{137D7223-B0E1-C245-1E8B-FD045093B23B}"/>
              </a:ext>
            </a:extLst>
          </p:cNvPr>
          <p:cNvSpPr txBox="1"/>
          <p:nvPr/>
        </p:nvSpPr>
        <p:spPr>
          <a:xfrm>
            <a:off x="15" y="869520"/>
            <a:ext cx="5583571" cy="1107996"/>
          </a:xfrm>
          <a:prstGeom prst="rect">
            <a:avLst/>
          </a:prstGeom>
          <a:noFill/>
        </p:spPr>
        <p:txBody>
          <a:bodyPr wrap="square" rtlCol="0">
            <a:spAutoFit/>
          </a:bodyPr>
          <a:lstStyle/>
          <a:p>
            <a:r>
              <a:rPr lang="fr-FR" sz="1200" b="1" dirty="0">
                <a:latin typeface="Times New Roman" panose="02020603050405020304" pitchFamily="18" charset="0"/>
                <a:cs typeface="Times New Roman" panose="02020603050405020304" pitchFamily="18" charset="0"/>
              </a:rPr>
              <a:t>Trilogie d'Acteurs :</a:t>
            </a:r>
            <a:endParaRPr lang="fr-FR" sz="1200" dirty="0">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fr-FR" sz="1200" b="1" dirty="0">
                <a:latin typeface="Times New Roman" panose="02020603050405020304" pitchFamily="18" charset="0"/>
                <a:cs typeface="Times New Roman" panose="02020603050405020304" pitchFamily="18" charset="0"/>
              </a:rPr>
              <a:t>Utilisateur Légitime &amp; Attaquant :</a:t>
            </a:r>
            <a:r>
              <a:rPr lang="fr-FR" sz="1200" dirty="0">
                <a:latin typeface="Times New Roman" panose="02020603050405020304" pitchFamily="18" charset="0"/>
                <a:cs typeface="Times New Roman" panose="02020603050405020304" pitchFamily="18" charset="0"/>
              </a:rPr>
              <a:t> Déclencheurs des flux d'analyse (accès applicatif).</a:t>
            </a:r>
          </a:p>
          <a:p>
            <a:pPr>
              <a:buFont typeface="Arial" panose="020B0604020202020204" pitchFamily="34" charset="0"/>
              <a:buChar char="•"/>
            </a:pPr>
            <a:r>
              <a:rPr lang="fr-FR" sz="1200" b="1" dirty="0">
                <a:latin typeface="Times New Roman" panose="02020603050405020304" pitchFamily="18" charset="0"/>
                <a:cs typeface="Times New Roman" panose="02020603050405020304" pitchFamily="18" charset="0"/>
              </a:rPr>
              <a:t>Administrateur SecOps :</a:t>
            </a:r>
            <a:r>
              <a:rPr lang="fr-FR" sz="1200" dirty="0">
                <a:latin typeface="Times New Roman" panose="02020603050405020304" pitchFamily="18" charset="0"/>
                <a:cs typeface="Times New Roman" panose="02020603050405020304" pitchFamily="18" charset="0"/>
              </a:rPr>
              <a:t> Pilotage stratégique et réponse aux incidents.</a:t>
            </a:r>
          </a:p>
          <a:p>
            <a:endParaRPr lang="fr-FR" dirty="0"/>
          </a:p>
        </p:txBody>
      </p:sp>
      <p:sp>
        <p:nvSpPr>
          <p:cNvPr id="12" name="ZoneTexte 11">
            <a:extLst>
              <a:ext uri="{FF2B5EF4-FFF2-40B4-BE49-F238E27FC236}">
                <a16:creationId xmlns:a16="http://schemas.microsoft.com/office/drawing/2014/main" id="{604E028D-9448-5882-545F-881381952EAE}"/>
              </a:ext>
            </a:extLst>
          </p:cNvPr>
          <p:cNvSpPr txBox="1"/>
          <p:nvPr/>
        </p:nvSpPr>
        <p:spPr>
          <a:xfrm>
            <a:off x="5255540" y="869537"/>
            <a:ext cx="3888479" cy="830997"/>
          </a:xfrm>
          <a:prstGeom prst="rect">
            <a:avLst/>
          </a:prstGeom>
          <a:noFill/>
        </p:spPr>
        <p:txBody>
          <a:bodyPr wrap="square" rtlCol="0">
            <a:spAutoFit/>
          </a:bodyPr>
          <a:lstStyle/>
          <a:p>
            <a:r>
              <a:rPr lang="fr-FR" sz="1200" b="1" dirty="0">
                <a:latin typeface="Times New Roman" panose="02020603050405020304" pitchFamily="18" charset="0"/>
                <a:cs typeface="Times New Roman" panose="02020603050405020304" pitchFamily="18" charset="0"/>
              </a:rPr>
              <a:t>Module de Détection (Temps Réel) :</a:t>
            </a:r>
          </a:p>
          <a:p>
            <a:pPr marL="285730" indent="-28573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Automatisation du blocage pour les risques avérés &gt;80</a:t>
            </a:r>
          </a:p>
          <a:p>
            <a:pPr marL="285730" indent="-285730">
              <a:buFont typeface="Arial" panose="020B0604020202020204" pitchFamily="34" charset="0"/>
              <a:buChar char="•"/>
            </a:pPr>
            <a:r>
              <a:rPr lang="fr-FR" sz="1200" dirty="0">
                <a:latin typeface="Times New Roman" panose="02020603050405020304" pitchFamily="18" charset="0"/>
                <a:cs typeface="Times New Roman" panose="02020603050405020304" pitchFamily="18" charset="0"/>
              </a:rPr>
              <a:t>Branchement conditionnel (&lt;&lt;extend&gt;&gt;) vers l’IA pour la levée de doute en </a:t>
            </a:r>
            <a:r>
              <a:rPr lang="fr-FR" sz="1200" b="1" dirty="0">
                <a:latin typeface="Times New Roman" panose="02020603050405020304" pitchFamily="18" charset="0"/>
                <a:cs typeface="Times New Roman" panose="02020603050405020304" pitchFamily="18" charset="0"/>
              </a:rPr>
              <a:t>zon grise</a:t>
            </a:r>
          </a:p>
        </p:txBody>
      </p:sp>
      <p:sp>
        <p:nvSpPr>
          <p:cNvPr id="19" name="ZoneTexte 18">
            <a:extLst>
              <a:ext uri="{FF2B5EF4-FFF2-40B4-BE49-F238E27FC236}">
                <a16:creationId xmlns:a16="http://schemas.microsoft.com/office/drawing/2014/main" id="{882079AA-B1C4-54AA-21D8-A88010C4016F}"/>
              </a:ext>
            </a:extLst>
          </p:cNvPr>
          <p:cNvSpPr txBox="1"/>
          <p:nvPr/>
        </p:nvSpPr>
        <p:spPr>
          <a:xfrm>
            <a:off x="209552" y="5733273"/>
            <a:ext cx="8682928" cy="646331"/>
          </a:xfrm>
          <a:prstGeom prst="rect">
            <a:avLst/>
          </a:prstGeom>
          <a:noFill/>
        </p:spPr>
        <p:txBody>
          <a:bodyPr wrap="square" rtlCol="0">
            <a:spAutoFit/>
          </a:bodyPr>
          <a:lstStyle/>
          <a:p>
            <a:r>
              <a:rPr lang="fr-FR" sz="1200" b="1" dirty="0"/>
              <a:t>Module de Supervision (Audit &amp; Contrôle) :</a:t>
            </a:r>
          </a:p>
          <a:p>
            <a:pPr marL="285730" indent="-285730">
              <a:buFont typeface="Arial" panose="020B0604020202020204" pitchFamily="34" charset="0"/>
              <a:buChar char="•"/>
            </a:pPr>
            <a:r>
              <a:rPr lang="en-US" sz="1200" dirty="0"/>
              <a:t>Gestion proactive (White/Black lists IP).</a:t>
            </a:r>
            <a:endParaRPr lang="fr-FR" sz="1200" dirty="0"/>
          </a:p>
          <a:p>
            <a:pPr marL="285730" indent="-285730">
              <a:buFont typeface="Arial" panose="020B0604020202020204" pitchFamily="34" charset="0"/>
              <a:buChar char="•"/>
            </a:pPr>
            <a:r>
              <a:rPr lang="fr-FR" sz="1200" dirty="0"/>
              <a:t>Reporting avec un Reportions pour la visualisation des tentatives d’intrusion</a:t>
            </a:r>
          </a:p>
        </p:txBody>
      </p:sp>
      <p:pic>
        <p:nvPicPr>
          <p:cNvPr id="2" name="Picture 2" descr="Owasp Logo Flat2 Icon &lt; Cydrill Software Security">
            <a:extLst>
              <a:ext uri="{FF2B5EF4-FFF2-40B4-BE49-F238E27FC236}">
                <a16:creationId xmlns:a16="http://schemas.microsoft.com/office/drawing/2014/main" id="{4102F768-41A7-1C0E-10A8-23054688E3A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52729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1000"/>
                                        <p:tgtEl>
                                          <p:spTgt spid="10"/>
                                        </p:tgtEl>
                                      </p:cBhvr>
                                    </p:animEffect>
                                    <p:anim calcmode="lin" valueType="num">
                                      <p:cBhvr>
                                        <p:cTn id="15" dur="1000" fill="hold"/>
                                        <p:tgtEl>
                                          <p:spTgt spid="10"/>
                                        </p:tgtEl>
                                        <p:attrNameLst>
                                          <p:attrName>ppt_x</p:attrName>
                                        </p:attrNameLst>
                                      </p:cBhvr>
                                      <p:tavLst>
                                        <p:tav tm="0">
                                          <p:val>
                                            <p:strVal val="#ppt_x"/>
                                          </p:val>
                                        </p:tav>
                                        <p:tav tm="100000">
                                          <p:val>
                                            <p:strVal val="#ppt_x"/>
                                          </p:val>
                                        </p:tav>
                                      </p:tavLst>
                                    </p:anim>
                                    <p:anim calcmode="lin" valueType="num">
                                      <p:cBhvr>
                                        <p:cTn id="16" dur="1000" fill="hold"/>
                                        <p:tgtEl>
                                          <p:spTgt spid="10"/>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11">
                                            <p:txEl>
                                              <p:pRg st="0" end="0"/>
                                            </p:txEl>
                                          </p:spTgt>
                                        </p:tgtEl>
                                        <p:attrNameLst>
                                          <p:attrName>style.visibility</p:attrName>
                                        </p:attrNameLst>
                                      </p:cBhvr>
                                      <p:to>
                                        <p:strVal val="visible"/>
                                      </p:to>
                                    </p:set>
                                    <p:animEffect transition="in" filter="fade">
                                      <p:cBhvr>
                                        <p:cTn id="19" dur="1000"/>
                                        <p:tgtEl>
                                          <p:spTgt spid="11">
                                            <p:txEl>
                                              <p:pRg st="0" end="0"/>
                                            </p:txEl>
                                          </p:spTgt>
                                        </p:tgtEl>
                                      </p:cBhvr>
                                    </p:animEffect>
                                    <p:anim calcmode="lin" valueType="num">
                                      <p:cBhvr>
                                        <p:cTn id="20"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11">
                                            <p:txEl>
                                              <p:pRg st="1" end="1"/>
                                            </p:txEl>
                                          </p:spTgt>
                                        </p:tgtEl>
                                        <p:attrNameLst>
                                          <p:attrName>style.visibility</p:attrName>
                                        </p:attrNameLst>
                                      </p:cBhvr>
                                      <p:to>
                                        <p:strVal val="visible"/>
                                      </p:to>
                                    </p:set>
                                    <p:animEffect transition="in" filter="fade">
                                      <p:cBhvr>
                                        <p:cTn id="24" dur="1000"/>
                                        <p:tgtEl>
                                          <p:spTgt spid="11">
                                            <p:txEl>
                                              <p:pRg st="1" end="1"/>
                                            </p:txEl>
                                          </p:spTgt>
                                        </p:tgtEl>
                                      </p:cBhvr>
                                    </p:animEffect>
                                    <p:anim calcmode="lin" valueType="num">
                                      <p:cBhvr>
                                        <p:cTn id="25"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1">
                                            <p:txEl>
                                              <p:pRg st="2" end="2"/>
                                            </p:txEl>
                                          </p:spTgt>
                                        </p:tgtEl>
                                        <p:attrNameLst>
                                          <p:attrName>style.visibility</p:attrName>
                                        </p:attrNameLst>
                                      </p:cBhvr>
                                      <p:to>
                                        <p:strVal val="visible"/>
                                      </p:to>
                                    </p:set>
                                    <p:animEffect transition="in" filter="fade">
                                      <p:cBhvr>
                                        <p:cTn id="29" dur="1000"/>
                                        <p:tgtEl>
                                          <p:spTgt spid="11">
                                            <p:txEl>
                                              <p:pRg st="2" end="2"/>
                                            </p:txEl>
                                          </p:spTgt>
                                        </p:tgtEl>
                                      </p:cBhvr>
                                    </p:animEffect>
                                    <p:anim calcmode="lin" valueType="num">
                                      <p:cBhvr>
                                        <p:cTn id="30"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11">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2">
                                            <p:txEl>
                                              <p:pRg st="0" end="0"/>
                                            </p:txEl>
                                          </p:spTgt>
                                        </p:tgtEl>
                                        <p:attrNameLst>
                                          <p:attrName>style.visibility</p:attrName>
                                        </p:attrNameLst>
                                      </p:cBhvr>
                                      <p:to>
                                        <p:strVal val="visible"/>
                                      </p:to>
                                    </p:set>
                                    <p:animEffect transition="in" filter="fade">
                                      <p:cBhvr>
                                        <p:cTn id="34" dur="1000"/>
                                        <p:tgtEl>
                                          <p:spTgt spid="12">
                                            <p:txEl>
                                              <p:pRg st="0" end="0"/>
                                            </p:txEl>
                                          </p:spTgt>
                                        </p:tgtEl>
                                      </p:cBhvr>
                                    </p:animEffect>
                                    <p:anim calcmode="lin" valueType="num">
                                      <p:cBhvr>
                                        <p:cTn id="35" dur="1000" fill="hold"/>
                                        <p:tgtEl>
                                          <p:spTgt spid="12">
                                            <p:txEl>
                                              <p:pRg st="0" end="0"/>
                                            </p:txEl>
                                          </p:spTgt>
                                        </p:tgtEl>
                                        <p:attrNameLst>
                                          <p:attrName>ppt_x</p:attrName>
                                        </p:attrNameLst>
                                      </p:cBhvr>
                                      <p:tavLst>
                                        <p:tav tm="0">
                                          <p:val>
                                            <p:strVal val="#ppt_x"/>
                                          </p:val>
                                        </p:tav>
                                        <p:tav tm="100000">
                                          <p:val>
                                            <p:strVal val="#ppt_x"/>
                                          </p:val>
                                        </p:tav>
                                      </p:tavLst>
                                    </p:anim>
                                    <p:anim calcmode="lin" valueType="num">
                                      <p:cBhvr>
                                        <p:cTn id="36" dur="1000" fill="hold"/>
                                        <p:tgtEl>
                                          <p:spTgt spid="12">
                                            <p:txEl>
                                              <p:pRg st="0" end="0"/>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2">
                                            <p:txEl>
                                              <p:pRg st="1" end="1"/>
                                            </p:txEl>
                                          </p:spTgt>
                                        </p:tgtEl>
                                        <p:attrNameLst>
                                          <p:attrName>style.visibility</p:attrName>
                                        </p:attrNameLst>
                                      </p:cBhvr>
                                      <p:to>
                                        <p:strVal val="visible"/>
                                      </p:to>
                                    </p:set>
                                    <p:animEffect transition="in" filter="fade">
                                      <p:cBhvr>
                                        <p:cTn id="39" dur="1000"/>
                                        <p:tgtEl>
                                          <p:spTgt spid="12">
                                            <p:txEl>
                                              <p:pRg st="1" end="1"/>
                                            </p:txEl>
                                          </p:spTgt>
                                        </p:tgtEl>
                                      </p:cBhvr>
                                    </p:animEffect>
                                    <p:anim calcmode="lin" valueType="num">
                                      <p:cBhvr>
                                        <p:cTn id="40" dur="1000" fill="hold"/>
                                        <p:tgtEl>
                                          <p:spTgt spid="12">
                                            <p:txEl>
                                              <p:pRg st="1" end="1"/>
                                            </p:txEl>
                                          </p:spTgt>
                                        </p:tgtEl>
                                        <p:attrNameLst>
                                          <p:attrName>ppt_x</p:attrName>
                                        </p:attrNameLst>
                                      </p:cBhvr>
                                      <p:tavLst>
                                        <p:tav tm="0">
                                          <p:val>
                                            <p:strVal val="#ppt_x"/>
                                          </p:val>
                                        </p:tav>
                                        <p:tav tm="100000">
                                          <p:val>
                                            <p:strVal val="#ppt_x"/>
                                          </p:val>
                                        </p:tav>
                                      </p:tavLst>
                                    </p:anim>
                                    <p:anim calcmode="lin" valueType="num">
                                      <p:cBhvr>
                                        <p:cTn id="41" dur="1000" fill="hold"/>
                                        <p:tgtEl>
                                          <p:spTgt spid="12">
                                            <p:txEl>
                                              <p:pRg st="1" end="1"/>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2">
                                            <p:txEl>
                                              <p:pRg st="2" end="2"/>
                                            </p:txEl>
                                          </p:spTgt>
                                        </p:tgtEl>
                                        <p:attrNameLst>
                                          <p:attrName>style.visibility</p:attrName>
                                        </p:attrNameLst>
                                      </p:cBhvr>
                                      <p:to>
                                        <p:strVal val="visible"/>
                                      </p:to>
                                    </p:set>
                                    <p:animEffect transition="in" filter="fade">
                                      <p:cBhvr>
                                        <p:cTn id="44" dur="1000"/>
                                        <p:tgtEl>
                                          <p:spTgt spid="12">
                                            <p:txEl>
                                              <p:pRg st="2" end="2"/>
                                            </p:txEl>
                                          </p:spTgt>
                                        </p:tgtEl>
                                      </p:cBhvr>
                                    </p:animEffect>
                                    <p:anim calcmode="lin" valueType="num">
                                      <p:cBhvr>
                                        <p:cTn id="45" dur="1000" fill="hold"/>
                                        <p:tgtEl>
                                          <p:spTgt spid="12">
                                            <p:txEl>
                                              <p:pRg st="2" end="2"/>
                                            </p:txEl>
                                          </p:spTgt>
                                        </p:tgtEl>
                                        <p:attrNameLst>
                                          <p:attrName>ppt_x</p:attrName>
                                        </p:attrNameLst>
                                      </p:cBhvr>
                                      <p:tavLst>
                                        <p:tav tm="0">
                                          <p:val>
                                            <p:strVal val="#ppt_x"/>
                                          </p:val>
                                        </p:tav>
                                        <p:tav tm="100000">
                                          <p:val>
                                            <p:strVal val="#ppt_x"/>
                                          </p:val>
                                        </p:tav>
                                      </p:tavLst>
                                    </p:anim>
                                    <p:anim calcmode="lin" valueType="num">
                                      <p:cBhvr>
                                        <p:cTn id="46" dur="1000" fill="hold"/>
                                        <p:tgtEl>
                                          <p:spTgt spid="12">
                                            <p:txEl>
                                              <p:pRg st="2" end="2"/>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9">
                                            <p:txEl>
                                              <p:pRg st="0" end="0"/>
                                            </p:txEl>
                                          </p:spTgt>
                                        </p:tgtEl>
                                        <p:attrNameLst>
                                          <p:attrName>style.visibility</p:attrName>
                                        </p:attrNameLst>
                                      </p:cBhvr>
                                      <p:to>
                                        <p:strVal val="visible"/>
                                      </p:to>
                                    </p:set>
                                    <p:animEffect transition="in" filter="fade">
                                      <p:cBhvr>
                                        <p:cTn id="49" dur="1000"/>
                                        <p:tgtEl>
                                          <p:spTgt spid="19">
                                            <p:txEl>
                                              <p:pRg st="0" end="0"/>
                                            </p:txEl>
                                          </p:spTgt>
                                        </p:tgtEl>
                                      </p:cBhvr>
                                    </p:animEffect>
                                    <p:anim calcmode="lin" valueType="num">
                                      <p:cBhvr>
                                        <p:cTn id="50" dur="1000" fill="hold"/>
                                        <p:tgtEl>
                                          <p:spTgt spid="19">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9">
                                            <p:txEl>
                                              <p:pRg st="0" end="0"/>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19">
                                            <p:txEl>
                                              <p:pRg st="1" end="1"/>
                                            </p:txEl>
                                          </p:spTgt>
                                        </p:tgtEl>
                                        <p:attrNameLst>
                                          <p:attrName>style.visibility</p:attrName>
                                        </p:attrNameLst>
                                      </p:cBhvr>
                                      <p:to>
                                        <p:strVal val="visible"/>
                                      </p:to>
                                    </p:set>
                                    <p:animEffect transition="in" filter="fade">
                                      <p:cBhvr>
                                        <p:cTn id="54" dur="1000"/>
                                        <p:tgtEl>
                                          <p:spTgt spid="19">
                                            <p:txEl>
                                              <p:pRg st="1" end="1"/>
                                            </p:txEl>
                                          </p:spTgt>
                                        </p:tgtEl>
                                      </p:cBhvr>
                                    </p:animEffect>
                                    <p:anim calcmode="lin" valueType="num">
                                      <p:cBhvr>
                                        <p:cTn id="55" dur="1000" fill="hold"/>
                                        <p:tgtEl>
                                          <p:spTgt spid="19">
                                            <p:txEl>
                                              <p:pRg st="1" end="1"/>
                                            </p:txEl>
                                          </p:spTgt>
                                        </p:tgtEl>
                                        <p:attrNameLst>
                                          <p:attrName>ppt_x</p:attrName>
                                        </p:attrNameLst>
                                      </p:cBhvr>
                                      <p:tavLst>
                                        <p:tav tm="0">
                                          <p:val>
                                            <p:strVal val="#ppt_x"/>
                                          </p:val>
                                        </p:tav>
                                        <p:tav tm="100000">
                                          <p:val>
                                            <p:strVal val="#ppt_x"/>
                                          </p:val>
                                        </p:tav>
                                      </p:tavLst>
                                    </p:anim>
                                    <p:anim calcmode="lin" valueType="num">
                                      <p:cBhvr>
                                        <p:cTn id="56" dur="1000" fill="hold"/>
                                        <p:tgtEl>
                                          <p:spTgt spid="19">
                                            <p:txEl>
                                              <p:pRg st="1" end="1"/>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19">
                                            <p:txEl>
                                              <p:pRg st="2" end="2"/>
                                            </p:txEl>
                                          </p:spTgt>
                                        </p:tgtEl>
                                        <p:attrNameLst>
                                          <p:attrName>style.visibility</p:attrName>
                                        </p:attrNameLst>
                                      </p:cBhvr>
                                      <p:to>
                                        <p:strVal val="visible"/>
                                      </p:to>
                                    </p:set>
                                    <p:animEffect transition="in" filter="fade">
                                      <p:cBhvr>
                                        <p:cTn id="59" dur="1000"/>
                                        <p:tgtEl>
                                          <p:spTgt spid="19">
                                            <p:txEl>
                                              <p:pRg st="2" end="2"/>
                                            </p:txEl>
                                          </p:spTgt>
                                        </p:tgtEl>
                                      </p:cBhvr>
                                    </p:animEffect>
                                    <p:anim calcmode="lin" valueType="num">
                                      <p:cBhvr>
                                        <p:cTn id="60"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61"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4BEA4-A541-E9D7-E107-CC448E308E73}"/>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B7B0CD4B-49A4-112F-51E2-9483D38E2E42}"/>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21</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A3B69C87-1566-8F9C-9FFD-2A7BBC59EE61}"/>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3E7F8279-4ED1-5239-35D0-E4C0809F5B66}"/>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7438DD41-B452-8107-2370-DCEBB0A6ADA0}"/>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3FE91606-457E-B5E1-DBD6-9953462868DC}"/>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B2C46CDB-1A13-E364-83BE-A95ABE5FDED3}"/>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C62CBF79-E01B-BCC3-4E0B-1F3B8AF8017F}"/>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21</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87019C19-DDBB-6646-D570-2323DA1773C5}"/>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65DFEA6A-0B05-2DCF-7515-52F5C90D8BBB}"/>
              </a:ext>
            </a:extLst>
          </p:cNvPr>
          <p:cNvSpPr txBox="1">
            <a:spLocks noGrp="1"/>
          </p:cNvSpPr>
          <p:nvPr/>
        </p:nvSpPr>
        <p:spPr bwMode="auto">
          <a:xfrm>
            <a:off x="209552" y="6491303"/>
            <a:ext cx="457847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1B1A4393-4640-7173-61A4-04CF724C3BA2}"/>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E129B1EB-40DC-8E0C-F676-B41A040C3258}"/>
              </a:ext>
            </a:extLst>
          </p:cNvPr>
          <p:cNvSpPr txBox="1">
            <a:spLocks noChangeArrowheads="1"/>
          </p:cNvSpPr>
          <p:nvPr/>
        </p:nvSpPr>
        <p:spPr bwMode="auto">
          <a:xfrm>
            <a:off x="0" y="412767"/>
            <a:ext cx="9144000" cy="4247317"/>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rPr>
              <a:t>Diagramme de </a:t>
            </a:r>
            <a:r>
              <a:rPr lang="fr-FR" sz="2000" b="1" dirty="0" err="1">
                <a:solidFill>
                  <a:schemeClr val="tx2"/>
                </a:solidFill>
              </a:rPr>
              <a:t>sequence</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Interactions</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et</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Supervision</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du</a:t>
            </a:r>
            <a:r>
              <a:rPr lang="fr-FR" sz="2000" dirty="0"/>
              <a:t> </a:t>
            </a:r>
            <a:r>
              <a:rPr lang="fr-FR" sz="2000" b="1" dirty="0">
                <a:solidFill>
                  <a:schemeClr val="tx2"/>
                </a:solidFill>
                <a:latin typeface="Times New Roman" panose="02020603050405020304" pitchFamily="18" charset="0"/>
                <a:cs typeface="Times New Roman" panose="02020603050405020304" pitchFamily="18" charset="0"/>
              </a:rPr>
              <a:t>Système</a:t>
            </a: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6AB4B5E2-69CF-07C2-A6B7-F7F5D216EFE5}"/>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5EC0B698-A486-15D2-34D8-B1133C3FAD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pic>
        <p:nvPicPr>
          <p:cNvPr id="3" name="Image 2">
            <a:extLst>
              <a:ext uri="{FF2B5EF4-FFF2-40B4-BE49-F238E27FC236}">
                <a16:creationId xmlns:a16="http://schemas.microsoft.com/office/drawing/2014/main" id="{930C526A-C520-2714-FAEB-EA9DE3785B36}"/>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31540" y="1268760"/>
            <a:ext cx="8280920" cy="4793259"/>
          </a:xfrm>
          <a:prstGeom prst="rect">
            <a:avLst/>
          </a:prstGeom>
        </p:spPr>
      </p:pic>
    </p:spTree>
    <p:extLst>
      <p:ext uri="{BB962C8B-B14F-4D97-AF65-F5344CB8AC3E}">
        <p14:creationId xmlns:p14="http://schemas.microsoft.com/office/powerpoint/2010/main" val="29595311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753CEC-5BC4-C4E9-F9D5-4B27B28258FA}"/>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FD823678-7879-E8A9-81F0-6FF43E8FBD27}"/>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22</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81056574-B969-9AED-45C8-AC3923620759}"/>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9FB02C49-9E26-5A73-5C2B-DAA377429EEF}"/>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F62EF2A9-D337-6B5A-9554-8933A839D711}"/>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04932C39-3602-579D-85C4-C0AB63B409D8}"/>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E2163D1D-BC2A-5862-56D6-35570BEE18F4}"/>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D76E37DE-5A74-CA7B-E158-40641B7714E6}"/>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22</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5C141726-4FD7-0710-3505-9F548738EF55}"/>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2AF5BFF0-7A1A-9B89-7AED-17A1573EDEF8}"/>
              </a:ext>
            </a:extLst>
          </p:cNvPr>
          <p:cNvSpPr txBox="1">
            <a:spLocks noGrp="1"/>
          </p:cNvSpPr>
          <p:nvPr/>
        </p:nvSpPr>
        <p:spPr bwMode="auto">
          <a:xfrm>
            <a:off x="209552" y="6491303"/>
            <a:ext cx="450646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6A97416D-D49A-D100-FDCF-1EAEC3A137E3}"/>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F20C4924-DF6F-DE4A-7272-DC6C80BF939C}"/>
              </a:ext>
            </a:extLst>
          </p:cNvPr>
          <p:cNvSpPr txBox="1">
            <a:spLocks noChangeArrowheads="1"/>
          </p:cNvSpPr>
          <p:nvPr/>
        </p:nvSpPr>
        <p:spPr bwMode="auto">
          <a:xfrm>
            <a:off x="0" y="412762"/>
            <a:ext cx="9144000" cy="5586145"/>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Environnement de Travail et Stack Technologique</a:t>
            </a:r>
          </a:p>
          <a:p>
            <a:pPr marL="285730" indent="-285730">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Environnement de Développement (Software) :</a:t>
            </a:r>
          </a:p>
          <a:p>
            <a:pPr marL="622252" indent="-353986">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VS Code :</a:t>
            </a:r>
            <a:r>
              <a:rPr lang="fr-FR" dirty="0">
                <a:solidFill>
                  <a:schemeClr val="tx2"/>
                </a:solidFill>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IDE principal pour le développement Full-Stack.</a:t>
            </a:r>
            <a:endParaRPr lang="fr-FR" b="1" dirty="0">
              <a:latin typeface="Times New Roman" panose="02020603050405020304" pitchFamily="18" charset="0"/>
              <a:cs typeface="Times New Roman" panose="02020603050405020304" pitchFamily="18" charset="0"/>
            </a:endParaRPr>
          </a:p>
          <a:p>
            <a:pPr marL="622252" indent="-353986">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Git / GitHub :</a:t>
            </a:r>
            <a:r>
              <a:rPr lang="fr-FR" dirty="0">
                <a:solidFill>
                  <a:schemeClr val="tx2"/>
                </a:solidFill>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Gestion de version et collaboration.</a:t>
            </a:r>
            <a:endParaRPr lang="fr-FR" b="1" dirty="0">
              <a:latin typeface="Times New Roman" panose="02020603050405020304" pitchFamily="18" charset="0"/>
              <a:cs typeface="Times New Roman" panose="02020603050405020304" pitchFamily="18" charset="0"/>
            </a:endParaRPr>
          </a:p>
          <a:p>
            <a:pPr marL="622252" indent="-353986">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Postman</a:t>
            </a:r>
            <a:r>
              <a:rPr lang="fr-FR" b="1" dirty="0">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 Tests unitaires et validation des endpoints de l'API Flask.</a:t>
            </a:r>
            <a:endParaRPr lang="fr-FR" b="1" dirty="0">
              <a:latin typeface="Times New Roman" panose="02020603050405020304" pitchFamily="18" charset="0"/>
              <a:cs typeface="Times New Roman" panose="02020603050405020304" pitchFamily="18" charset="0"/>
            </a:endParaRPr>
          </a:p>
          <a:p>
            <a:pPr marL="268268" indent="-268268">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Stack Technologique (Backend &amp; Sécurité) :</a:t>
            </a:r>
          </a:p>
          <a:p>
            <a:pPr marL="622252" indent="-353986">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PHP 8.2 :</a:t>
            </a:r>
            <a:r>
              <a:rPr lang="fr-FR" dirty="0">
                <a:solidFill>
                  <a:schemeClr val="tx2"/>
                </a:solidFill>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Implémentation du Middleware et de l'application web.</a:t>
            </a:r>
            <a:endParaRPr lang="fr-FR" b="1" dirty="0">
              <a:latin typeface="Times New Roman" panose="02020603050405020304" pitchFamily="18" charset="0"/>
              <a:cs typeface="Times New Roman" panose="02020603050405020304" pitchFamily="18" charset="0"/>
            </a:endParaRPr>
          </a:p>
          <a:p>
            <a:pPr marL="622252" indent="-353986">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Python (Flask) :</a:t>
            </a:r>
            <a:r>
              <a:rPr lang="fr-FR" dirty="0">
                <a:solidFill>
                  <a:schemeClr val="tx2"/>
                </a:solidFill>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Micro-framework dédié à l'exposition du modèle MLP.</a:t>
            </a:r>
            <a:endParaRPr lang="fr-FR" b="1" dirty="0">
              <a:latin typeface="Times New Roman" panose="02020603050405020304" pitchFamily="18" charset="0"/>
              <a:cs typeface="Times New Roman" panose="02020603050405020304" pitchFamily="18" charset="0"/>
            </a:endParaRPr>
          </a:p>
          <a:p>
            <a:pPr marL="622252" indent="-353986">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Scikit-Learn :</a:t>
            </a:r>
            <a:r>
              <a:rPr lang="fr-FR" dirty="0">
                <a:latin typeface="Times New Roman" panose="02020603050405020304" pitchFamily="18" charset="0"/>
                <a:cs typeface="Times New Roman" panose="02020603050405020304" pitchFamily="18" charset="0"/>
              </a:rPr>
              <a:t> Entraînement et sérialisation du réseau de neurones.</a:t>
            </a:r>
            <a:endParaRPr lang="fr-FR" b="1" dirty="0">
              <a:latin typeface="Times New Roman" panose="02020603050405020304" pitchFamily="18" charset="0"/>
              <a:cs typeface="Times New Roman" panose="02020603050405020304" pitchFamily="18" charset="0"/>
            </a:endParaRPr>
          </a:p>
          <a:p>
            <a:pPr marL="268268" indent="-268268">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Gestion des Données :</a:t>
            </a:r>
          </a:p>
          <a:p>
            <a:pPr marL="622252" indent="-353986">
              <a:lnSpc>
                <a:spcPct val="150000"/>
              </a:lnSpc>
              <a:buFont typeface="Arial" panose="020B0604020202020204" pitchFamily="34" charset="0"/>
              <a:buChar char="•"/>
              <a:tabLst>
                <a:tab pos="622252" algn="l"/>
              </a:tabLst>
            </a:pPr>
            <a:r>
              <a:rPr lang="fr-FR" b="1" dirty="0">
                <a:solidFill>
                  <a:schemeClr val="tx2"/>
                </a:solidFill>
                <a:latin typeface="Times New Roman" panose="02020603050405020304" pitchFamily="18" charset="0"/>
                <a:cs typeface="Times New Roman" panose="02020603050405020304" pitchFamily="18" charset="0"/>
              </a:rPr>
              <a:t>MySQL 8.0 :</a:t>
            </a:r>
            <a:r>
              <a:rPr lang="fr-FR" dirty="0">
                <a:solidFill>
                  <a:schemeClr val="tx2"/>
                </a:solidFill>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Système de Gestion de Bases de Données (SGBD) cible.</a:t>
            </a:r>
            <a:endParaRPr lang="fr-FR" b="1" dirty="0">
              <a:latin typeface="Times New Roman" panose="02020603050405020304" pitchFamily="18" charset="0"/>
              <a:cs typeface="Times New Roman" panose="02020603050405020304" pitchFamily="18" charset="0"/>
            </a:endParaRPr>
          </a:p>
          <a:p>
            <a:pPr marL="622252" indent="-353986">
              <a:lnSpc>
                <a:spcPct val="150000"/>
              </a:lnSpc>
              <a:buFont typeface="Arial" panose="020B0604020202020204" pitchFamily="34" charset="0"/>
              <a:buChar char="•"/>
              <a:tabLst>
                <a:tab pos="622252" algn="l"/>
              </a:tabLst>
            </a:pPr>
            <a:r>
              <a:rPr lang="fr-FR" b="1" dirty="0">
                <a:solidFill>
                  <a:schemeClr val="tx2"/>
                </a:solidFill>
                <a:latin typeface="Times New Roman" panose="02020603050405020304" pitchFamily="18" charset="0"/>
                <a:cs typeface="Times New Roman" panose="02020603050405020304" pitchFamily="18" charset="0"/>
              </a:rPr>
              <a:t>Dataset :</a:t>
            </a:r>
            <a:r>
              <a:rPr lang="fr-FR" dirty="0">
                <a:solidFill>
                  <a:schemeClr val="tx2"/>
                </a:solidFill>
                <a:latin typeface="Times New Roman" panose="02020603050405020304" pitchFamily="18" charset="0"/>
                <a:cs typeface="Times New Roman" panose="02020603050405020304" pitchFamily="18" charset="0"/>
              </a:rPr>
              <a:t> </a:t>
            </a:r>
            <a:r>
              <a:rPr lang="fr-FR" dirty="0">
                <a:latin typeface="Times New Roman" panose="02020603050405020304" pitchFamily="18" charset="0"/>
                <a:cs typeface="Times New Roman" panose="02020603050405020304" pitchFamily="18" charset="0"/>
              </a:rPr>
              <a:t>Corpus de plus de </a:t>
            </a:r>
            <a:r>
              <a:rPr lang="fr-FR" b="1" dirty="0">
                <a:latin typeface="Times New Roman" panose="02020603050405020304" pitchFamily="18" charset="0"/>
                <a:cs typeface="Times New Roman" panose="02020603050405020304" pitchFamily="18" charset="0"/>
              </a:rPr>
              <a:t>50 000 </a:t>
            </a:r>
            <a:r>
              <a:rPr lang="fr-FR" dirty="0">
                <a:latin typeface="Times New Roman" panose="02020603050405020304" pitchFamily="18" charset="0"/>
                <a:cs typeface="Times New Roman" panose="02020603050405020304" pitchFamily="18" charset="0"/>
              </a:rPr>
              <a:t>requêtes SQL (légitimes et injectées).</a:t>
            </a:r>
            <a:endParaRPr lang="fr-FR" b="1" dirty="0">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DBFC9C56-CBBA-B203-D044-9C810032154E}"/>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096518F1-0DF4-C3C6-28E7-F164D86E26E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939632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6">
                                            <p:txEl>
                                              <p:pRg st="1" end="1"/>
                                            </p:txEl>
                                          </p:spTgt>
                                        </p:tgtEl>
                                        <p:attrNameLst>
                                          <p:attrName>style.visibility</p:attrName>
                                        </p:attrNameLst>
                                      </p:cBhvr>
                                      <p:to>
                                        <p:strVal val="visible"/>
                                      </p:to>
                                    </p:set>
                                    <p:animEffect transition="in" filter="fade">
                                      <p:cBhvr>
                                        <p:cTn id="12" dur="1000"/>
                                        <p:tgtEl>
                                          <p:spTgt spid="26">
                                            <p:txEl>
                                              <p:pRg st="1" end="1"/>
                                            </p:txEl>
                                          </p:spTgt>
                                        </p:tgtEl>
                                      </p:cBhvr>
                                    </p:animEffect>
                                    <p:anim calcmode="lin" valueType="num">
                                      <p:cBhvr>
                                        <p:cTn id="13"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6">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6">
                                            <p:txEl>
                                              <p:pRg st="2" end="2"/>
                                            </p:txEl>
                                          </p:spTgt>
                                        </p:tgtEl>
                                        <p:attrNameLst>
                                          <p:attrName>style.visibility</p:attrName>
                                        </p:attrNameLst>
                                      </p:cBhvr>
                                      <p:to>
                                        <p:strVal val="visible"/>
                                      </p:to>
                                    </p:set>
                                    <p:animEffect transition="in" filter="fade">
                                      <p:cBhvr>
                                        <p:cTn id="17" dur="1000"/>
                                        <p:tgtEl>
                                          <p:spTgt spid="26">
                                            <p:txEl>
                                              <p:pRg st="2" end="2"/>
                                            </p:txEl>
                                          </p:spTgt>
                                        </p:tgtEl>
                                      </p:cBhvr>
                                    </p:animEffect>
                                    <p:anim calcmode="lin" valueType="num">
                                      <p:cBhvr>
                                        <p:cTn id="18"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6">
                                            <p:txEl>
                                              <p:pRg st="3" end="3"/>
                                            </p:txEl>
                                          </p:spTgt>
                                        </p:tgtEl>
                                        <p:attrNameLst>
                                          <p:attrName>style.visibility</p:attrName>
                                        </p:attrNameLst>
                                      </p:cBhvr>
                                      <p:to>
                                        <p:strVal val="visible"/>
                                      </p:to>
                                    </p:set>
                                    <p:animEffect transition="in" filter="fade">
                                      <p:cBhvr>
                                        <p:cTn id="22" dur="1000"/>
                                        <p:tgtEl>
                                          <p:spTgt spid="26">
                                            <p:txEl>
                                              <p:pRg st="3" end="3"/>
                                            </p:txEl>
                                          </p:spTgt>
                                        </p:tgtEl>
                                      </p:cBhvr>
                                    </p:animEffect>
                                    <p:anim calcmode="lin" valueType="num">
                                      <p:cBhvr>
                                        <p:cTn id="23"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26">
                                            <p:txEl>
                                              <p:pRg st="4" end="4"/>
                                            </p:txEl>
                                          </p:spTgt>
                                        </p:tgtEl>
                                        <p:attrNameLst>
                                          <p:attrName>style.visibility</p:attrName>
                                        </p:attrNameLst>
                                      </p:cBhvr>
                                      <p:to>
                                        <p:strVal val="visible"/>
                                      </p:to>
                                    </p:set>
                                    <p:animEffect transition="in" filter="fade">
                                      <p:cBhvr>
                                        <p:cTn id="27" dur="1000"/>
                                        <p:tgtEl>
                                          <p:spTgt spid="26">
                                            <p:txEl>
                                              <p:pRg st="4" end="4"/>
                                            </p:txEl>
                                          </p:spTgt>
                                        </p:tgtEl>
                                      </p:cBhvr>
                                    </p:animEffect>
                                    <p:anim calcmode="lin" valueType="num">
                                      <p:cBhvr>
                                        <p:cTn id="28"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26">
                                            <p:txEl>
                                              <p:pRg st="5" end="5"/>
                                            </p:txEl>
                                          </p:spTgt>
                                        </p:tgtEl>
                                        <p:attrNameLst>
                                          <p:attrName>style.visibility</p:attrName>
                                        </p:attrNameLst>
                                      </p:cBhvr>
                                      <p:to>
                                        <p:strVal val="visible"/>
                                      </p:to>
                                    </p:set>
                                    <p:animEffect transition="in" filter="fade">
                                      <p:cBhvr>
                                        <p:cTn id="32" dur="1000"/>
                                        <p:tgtEl>
                                          <p:spTgt spid="26">
                                            <p:txEl>
                                              <p:pRg st="5" end="5"/>
                                            </p:txEl>
                                          </p:spTgt>
                                        </p:tgtEl>
                                      </p:cBhvr>
                                    </p:animEffect>
                                    <p:anim calcmode="lin" valueType="num">
                                      <p:cBhvr>
                                        <p:cTn id="33"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26">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26">
                                            <p:txEl>
                                              <p:pRg st="6" end="6"/>
                                            </p:txEl>
                                          </p:spTgt>
                                        </p:tgtEl>
                                        <p:attrNameLst>
                                          <p:attrName>style.visibility</p:attrName>
                                        </p:attrNameLst>
                                      </p:cBhvr>
                                      <p:to>
                                        <p:strVal val="visible"/>
                                      </p:to>
                                    </p:set>
                                    <p:animEffect transition="in" filter="fade">
                                      <p:cBhvr>
                                        <p:cTn id="37" dur="1000"/>
                                        <p:tgtEl>
                                          <p:spTgt spid="26">
                                            <p:txEl>
                                              <p:pRg st="6" end="6"/>
                                            </p:txEl>
                                          </p:spTgt>
                                        </p:tgtEl>
                                      </p:cBhvr>
                                    </p:animEffect>
                                    <p:anim calcmode="lin" valueType="num">
                                      <p:cBhvr>
                                        <p:cTn id="38"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26">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26">
                                            <p:txEl>
                                              <p:pRg st="7" end="7"/>
                                            </p:txEl>
                                          </p:spTgt>
                                        </p:tgtEl>
                                        <p:attrNameLst>
                                          <p:attrName>style.visibility</p:attrName>
                                        </p:attrNameLst>
                                      </p:cBhvr>
                                      <p:to>
                                        <p:strVal val="visible"/>
                                      </p:to>
                                    </p:set>
                                    <p:animEffect transition="in" filter="fade">
                                      <p:cBhvr>
                                        <p:cTn id="42" dur="1000"/>
                                        <p:tgtEl>
                                          <p:spTgt spid="26">
                                            <p:txEl>
                                              <p:pRg st="7" end="7"/>
                                            </p:txEl>
                                          </p:spTgt>
                                        </p:tgtEl>
                                      </p:cBhvr>
                                    </p:animEffect>
                                    <p:anim calcmode="lin" valueType="num">
                                      <p:cBhvr>
                                        <p:cTn id="43" dur="1000" fill="hold"/>
                                        <p:tgtEl>
                                          <p:spTgt spid="26">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26">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26">
                                            <p:txEl>
                                              <p:pRg st="8" end="8"/>
                                            </p:txEl>
                                          </p:spTgt>
                                        </p:tgtEl>
                                        <p:attrNameLst>
                                          <p:attrName>style.visibility</p:attrName>
                                        </p:attrNameLst>
                                      </p:cBhvr>
                                      <p:to>
                                        <p:strVal val="visible"/>
                                      </p:to>
                                    </p:set>
                                    <p:animEffect transition="in" filter="fade">
                                      <p:cBhvr>
                                        <p:cTn id="47" dur="1000"/>
                                        <p:tgtEl>
                                          <p:spTgt spid="26">
                                            <p:txEl>
                                              <p:pRg st="8" end="8"/>
                                            </p:txEl>
                                          </p:spTgt>
                                        </p:tgtEl>
                                      </p:cBhvr>
                                    </p:animEffect>
                                    <p:anim calcmode="lin" valueType="num">
                                      <p:cBhvr>
                                        <p:cTn id="48" dur="1000" fill="hold"/>
                                        <p:tgtEl>
                                          <p:spTgt spid="26">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26">
                                            <p:txEl>
                                              <p:pRg st="8" end="8"/>
                                            </p:txEl>
                                          </p:spTgt>
                                        </p:tgtEl>
                                        <p:attrNameLst>
                                          <p:attrName>ppt_y</p:attrName>
                                        </p:attrNameLst>
                                      </p:cBhvr>
                                      <p:tavLst>
                                        <p:tav tm="0">
                                          <p:val>
                                            <p:strVal val="#ppt_y+.1"/>
                                          </p:val>
                                        </p:tav>
                                        <p:tav tm="100000">
                                          <p:val>
                                            <p:strVal val="#ppt_y"/>
                                          </p:val>
                                        </p:tav>
                                      </p:tavLst>
                                    </p:anim>
                                  </p:childTnLst>
                                </p:cTn>
                              </p:par>
                              <p:par>
                                <p:cTn id="50" presetID="42" presetClass="entr" presetSubtype="0" fill="hold" nodeType="withEffect">
                                  <p:stCondLst>
                                    <p:cond delay="0"/>
                                  </p:stCondLst>
                                  <p:childTnLst>
                                    <p:set>
                                      <p:cBhvr>
                                        <p:cTn id="51" dur="1" fill="hold">
                                          <p:stCondLst>
                                            <p:cond delay="0"/>
                                          </p:stCondLst>
                                        </p:cTn>
                                        <p:tgtEl>
                                          <p:spTgt spid="26">
                                            <p:txEl>
                                              <p:pRg st="9" end="9"/>
                                            </p:txEl>
                                          </p:spTgt>
                                        </p:tgtEl>
                                        <p:attrNameLst>
                                          <p:attrName>style.visibility</p:attrName>
                                        </p:attrNameLst>
                                      </p:cBhvr>
                                      <p:to>
                                        <p:strVal val="visible"/>
                                      </p:to>
                                    </p:set>
                                    <p:animEffect transition="in" filter="fade">
                                      <p:cBhvr>
                                        <p:cTn id="52" dur="1000"/>
                                        <p:tgtEl>
                                          <p:spTgt spid="26">
                                            <p:txEl>
                                              <p:pRg st="9" end="9"/>
                                            </p:txEl>
                                          </p:spTgt>
                                        </p:tgtEl>
                                      </p:cBhvr>
                                    </p:animEffect>
                                    <p:anim calcmode="lin" valueType="num">
                                      <p:cBhvr>
                                        <p:cTn id="53" dur="1000" fill="hold"/>
                                        <p:tgtEl>
                                          <p:spTgt spid="26">
                                            <p:txEl>
                                              <p:pRg st="9" end="9"/>
                                            </p:txEl>
                                          </p:spTgt>
                                        </p:tgtEl>
                                        <p:attrNameLst>
                                          <p:attrName>ppt_x</p:attrName>
                                        </p:attrNameLst>
                                      </p:cBhvr>
                                      <p:tavLst>
                                        <p:tav tm="0">
                                          <p:val>
                                            <p:strVal val="#ppt_x"/>
                                          </p:val>
                                        </p:tav>
                                        <p:tav tm="100000">
                                          <p:val>
                                            <p:strVal val="#ppt_x"/>
                                          </p:val>
                                        </p:tav>
                                      </p:tavLst>
                                    </p:anim>
                                    <p:anim calcmode="lin" valueType="num">
                                      <p:cBhvr>
                                        <p:cTn id="54" dur="1000" fill="hold"/>
                                        <p:tgtEl>
                                          <p:spTgt spid="26">
                                            <p:txEl>
                                              <p:pRg st="9" end="9"/>
                                            </p:txEl>
                                          </p:spTgt>
                                        </p:tgtEl>
                                        <p:attrNameLst>
                                          <p:attrName>ppt_y</p:attrName>
                                        </p:attrNameLst>
                                      </p:cBhvr>
                                      <p:tavLst>
                                        <p:tav tm="0">
                                          <p:val>
                                            <p:strVal val="#ppt_y+.1"/>
                                          </p:val>
                                        </p:tav>
                                        <p:tav tm="100000">
                                          <p:val>
                                            <p:strVal val="#ppt_y"/>
                                          </p:val>
                                        </p:tav>
                                      </p:tavLst>
                                    </p:anim>
                                  </p:childTnLst>
                                </p:cTn>
                              </p:par>
                              <p:par>
                                <p:cTn id="55" presetID="42" presetClass="entr" presetSubtype="0" fill="hold" nodeType="withEffect">
                                  <p:stCondLst>
                                    <p:cond delay="0"/>
                                  </p:stCondLst>
                                  <p:childTnLst>
                                    <p:set>
                                      <p:cBhvr>
                                        <p:cTn id="56" dur="1" fill="hold">
                                          <p:stCondLst>
                                            <p:cond delay="0"/>
                                          </p:stCondLst>
                                        </p:cTn>
                                        <p:tgtEl>
                                          <p:spTgt spid="26">
                                            <p:txEl>
                                              <p:pRg st="10" end="10"/>
                                            </p:txEl>
                                          </p:spTgt>
                                        </p:tgtEl>
                                        <p:attrNameLst>
                                          <p:attrName>style.visibility</p:attrName>
                                        </p:attrNameLst>
                                      </p:cBhvr>
                                      <p:to>
                                        <p:strVal val="visible"/>
                                      </p:to>
                                    </p:set>
                                    <p:animEffect transition="in" filter="fade">
                                      <p:cBhvr>
                                        <p:cTn id="57" dur="1000"/>
                                        <p:tgtEl>
                                          <p:spTgt spid="26">
                                            <p:txEl>
                                              <p:pRg st="10" end="10"/>
                                            </p:txEl>
                                          </p:spTgt>
                                        </p:tgtEl>
                                      </p:cBhvr>
                                    </p:animEffect>
                                    <p:anim calcmode="lin" valueType="num">
                                      <p:cBhvr>
                                        <p:cTn id="58" dur="1000" fill="hold"/>
                                        <p:tgtEl>
                                          <p:spTgt spid="26">
                                            <p:txEl>
                                              <p:pRg st="10" end="10"/>
                                            </p:txEl>
                                          </p:spTgt>
                                        </p:tgtEl>
                                        <p:attrNameLst>
                                          <p:attrName>ppt_x</p:attrName>
                                        </p:attrNameLst>
                                      </p:cBhvr>
                                      <p:tavLst>
                                        <p:tav tm="0">
                                          <p:val>
                                            <p:strVal val="#ppt_x"/>
                                          </p:val>
                                        </p:tav>
                                        <p:tav tm="100000">
                                          <p:val>
                                            <p:strVal val="#ppt_x"/>
                                          </p:val>
                                        </p:tav>
                                      </p:tavLst>
                                    </p:anim>
                                    <p:anim calcmode="lin" valueType="num">
                                      <p:cBhvr>
                                        <p:cTn id="59" dur="1000" fill="hold"/>
                                        <p:tgtEl>
                                          <p:spTgt spid="26">
                                            <p:txEl>
                                              <p:pRg st="10" end="10"/>
                                            </p:txEl>
                                          </p:spTgt>
                                        </p:tgtEl>
                                        <p:attrNameLst>
                                          <p:attrName>ppt_y</p:attrName>
                                        </p:attrNameLst>
                                      </p:cBhvr>
                                      <p:tavLst>
                                        <p:tav tm="0">
                                          <p:val>
                                            <p:strVal val="#ppt_y+.1"/>
                                          </p:val>
                                        </p:tav>
                                        <p:tav tm="100000">
                                          <p:val>
                                            <p:strVal val="#ppt_y"/>
                                          </p:val>
                                        </p:tav>
                                      </p:tavLst>
                                    </p:anim>
                                  </p:childTnLst>
                                </p:cTn>
                              </p:par>
                              <p:par>
                                <p:cTn id="60" presetID="42" presetClass="entr" presetSubtype="0" fill="hold" nodeType="withEffect">
                                  <p:stCondLst>
                                    <p:cond delay="0"/>
                                  </p:stCondLst>
                                  <p:childTnLst>
                                    <p:set>
                                      <p:cBhvr>
                                        <p:cTn id="61" dur="1" fill="hold">
                                          <p:stCondLst>
                                            <p:cond delay="0"/>
                                          </p:stCondLst>
                                        </p:cTn>
                                        <p:tgtEl>
                                          <p:spTgt spid="26">
                                            <p:txEl>
                                              <p:pRg st="11" end="11"/>
                                            </p:txEl>
                                          </p:spTgt>
                                        </p:tgtEl>
                                        <p:attrNameLst>
                                          <p:attrName>style.visibility</p:attrName>
                                        </p:attrNameLst>
                                      </p:cBhvr>
                                      <p:to>
                                        <p:strVal val="visible"/>
                                      </p:to>
                                    </p:set>
                                    <p:animEffect transition="in" filter="fade">
                                      <p:cBhvr>
                                        <p:cTn id="62" dur="1000"/>
                                        <p:tgtEl>
                                          <p:spTgt spid="26">
                                            <p:txEl>
                                              <p:pRg st="11" end="11"/>
                                            </p:txEl>
                                          </p:spTgt>
                                        </p:tgtEl>
                                      </p:cBhvr>
                                    </p:animEffect>
                                    <p:anim calcmode="lin" valueType="num">
                                      <p:cBhvr>
                                        <p:cTn id="63" dur="1000" fill="hold"/>
                                        <p:tgtEl>
                                          <p:spTgt spid="26">
                                            <p:txEl>
                                              <p:pRg st="11" end="11"/>
                                            </p:txEl>
                                          </p:spTgt>
                                        </p:tgtEl>
                                        <p:attrNameLst>
                                          <p:attrName>ppt_x</p:attrName>
                                        </p:attrNameLst>
                                      </p:cBhvr>
                                      <p:tavLst>
                                        <p:tav tm="0">
                                          <p:val>
                                            <p:strVal val="#ppt_x"/>
                                          </p:val>
                                        </p:tav>
                                        <p:tav tm="100000">
                                          <p:val>
                                            <p:strVal val="#ppt_x"/>
                                          </p:val>
                                        </p:tav>
                                      </p:tavLst>
                                    </p:anim>
                                    <p:anim calcmode="lin" valueType="num">
                                      <p:cBhvr>
                                        <p:cTn id="64" dur="1000" fill="hold"/>
                                        <p:tgtEl>
                                          <p:spTgt spid="26">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5B3D5-5E0F-2384-082B-FE2645CB5D45}"/>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4786683F-037F-55BB-F267-443AF48A422F}"/>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23</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FBB341E8-707B-8745-CBBA-15D907ACA10E}"/>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02E3BEB0-E386-422D-9726-E58733CA0897}"/>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B4D1490C-DE25-789B-B603-B1DADF63BAFA}"/>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E84F2C90-D82B-304C-BD1E-4E19DDE33D7F}"/>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CDF394F2-C67C-5D26-F43B-AFD2592410F5}"/>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836D12C7-F565-DBA6-3F33-D082EADD2FA0}"/>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23</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4D4BB8E9-7106-9534-AC02-8C3D6BF8E9FF}"/>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026E99B2-9435-CBA3-109D-BCC06767A659}"/>
              </a:ext>
            </a:extLst>
          </p:cNvPr>
          <p:cNvSpPr txBox="1">
            <a:spLocks noGrp="1"/>
          </p:cNvSpPr>
          <p:nvPr/>
        </p:nvSpPr>
        <p:spPr bwMode="auto">
          <a:xfrm>
            <a:off x="209552" y="6491303"/>
            <a:ext cx="457847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93EC7BF6-F35D-EB2A-A573-DBE50EAAE830}"/>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mc:AlternateContent xmlns:mc="http://schemas.openxmlformats.org/markup-compatibility/2006" xmlns:a14="http://schemas.microsoft.com/office/drawing/2010/main">
        <mc:Choice Requires="a14">
          <p:sp>
            <p:nvSpPr>
              <p:cNvPr id="26" name="Text Box 31">
                <a:extLst>
                  <a:ext uri="{FF2B5EF4-FFF2-40B4-BE49-F238E27FC236}">
                    <a16:creationId xmlns:a16="http://schemas.microsoft.com/office/drawing/2014/main" id="{859EC67C-B8EF-57B5-9C71-48C844720A8A}"/>
                  </a:ext>
                </a:extLst>
              </p:cNvPr>
              <p:cNvSpPr txBox="1">
                <a:spLocks noChangeArrowheads="1"/>
              </p:cNvSpPr>
              <p:nvPr/>
            </p:nvSpPr>
            <p:spPr bwMode="auto">
              <a:xfrm>
                <a:off x="0" y="412762"/>
                <a:ext cx="9144000" cy="5490221"/>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Développement du modèle prédictif(MLP)</a:t>
                </a:r>
              </a:p>
              <a:p>
                <a:pPr marL="285730" indent="-285730">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Dataset &amp; Prétraitement : </a:t>
                </a:r>
                <a:r>
                  <a:rPr lang="fr-FR" dirty="0">
                    <a:latin typeface="Times New Roman" panose="02020603050405020304" pitchFamily="18" charset="0"/>
                    <a:cs typeface="Times New Roman" panose="02020603050405020304" pitchFamily="18" charset="0"/>
                  </a:rPr>
                  <a:t>Nettoyage d'un corpus de </a:t>
                </a:r>
                <a:r>
                  <a:rPr lang="fr-FR" b="1" dirty="0">
                    <a:latin typeface="Times New Roman" panose="02020603050405020304" pitchFamily="18" charset="0"/>
                    <a:cs typeface="Times New Roman" panose="02020603050405020304" pitchFamily="18" charset="0"/>
                  </a:rPr>
                  <a:t>50 000 </a:t>
                </a:r>
                <a:r>
                  <a:rPr lang="fr-FR" dirty="0">
                    <a:latin typeface="Times New Roman" panose="02020603050405020304" pitchFamily="18" charset="0"/>
                    <a:cs typeface="Times New Roman" panose="02020603050405020304" pitchFamily="18" charset="0"/>
                  </a:rPr>
                  <a:t>requêtes et équilibrage des classes (Saines vs Malveillantes).</a:t>
                </a:r>
              </a:p>
              <a:p>
                <a:pPr marL="268268" indent="-268268">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Features Engineering (</a:t>
                </a:r>
                <a14:m>
                  <m:oMath xmlns:m="http://schemas.openxmlformats.org/officeDocument/2006/math">
                    <m:r>
                      <a:rPr lang="fr-FR" b="1" i="1" dirty="0">
                        <a:solidFill>
                          <a:schemeClr val="tx2"/>
                        </a:solidFill>
                        <a:latin typeface="Cambria Math" panose="02040503050406030204" pitchFamily="18" charset="0"/>
                      </a:rPr>
                      <m:t>𝜙</m:t>
                    </m:r>
                    <m:r>
                      <a:rPr lang="fr-FR" b="1" i="1" dirty="0">
                        <a:solidFill>
                          <a:schemeClr val="tx2"/>
                        </a:solidFill>
                        <a:latin typeface="Cambria Math" panose="02040503050406030204" pitchFamily="18" charset="0"/>
                      </a:rPr>
                      <m:t>(</m:t>
                    </m:r>
                    <m:r>
                      <a:rPr lang="fr-FR" b="1" i="1" dirty="0">
                        <a:solidFill>
                          <a:schemeClr val="tx2"/>
                        </a:solidFill>
                        <a:latin typeface="Cambria Math" panose="02040503050406030204" pitchFamily="18" charset="0"/>
                      </a:rPr>
                      <m:t>𝑹</m:t>
                    </m:r>
                    <m:r>
                      <a:rPr lang="fr-FR" b="1" i="1" dirty="0">
                        <a:solidFill>
                          <a:schemeClr val="tx2"/>
                        </a:solidFill>
                        <a:latin typeface="Cambria Math" panose="02040503050406030204" pitchFamily="18" charset="0"/>
                      </a:rPr>
                      <m:t>)</m:t>
                    </m:r>
                  </m:oMath>
                </a14:m>
                <a:r>
                  <a:rPr lang="fr-FR" b="1" dirty="0">
                    <a:solidFill>
                      <a:schemeClr val="tx2"/>
                    </a:solidFill>
                    <a:latin typeface="Times New Roman" panose="02020603050405020304" pitchFamily="18" charset="0"/>
                    <a:cs typeface="Times New Roman" panose="02020603050405020304" pitchFamily="18" charset="0"/>
                  </a:rPr>
                  <a:t>) : </a:t>
                </a:r>
                <a:r>
                  <a:rPr lang="fr-FR" dirty="0">
                    <a:latin typeface="Times New Roman" panose="02020603050405020304" pitchFamily="18" charset="0"/>
                    <a:cs typeface="Times New Roman" panose="02020603050405020304" pitchFamily="18" charset="0"/>
                  </a:rPr>
                  <a:t>Extraction de 11 caractéristiques discriminantes :</a:t>
                </a:r>
              </a:p>
              <a:p>
                <a:pPr marL="719085" indent="-450815">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Syntaxiques</a:t>
                </a:r>
                <a:r>
                  <a:rPr lang="fr-FR" dirty="0"/>
                  <a:t> </a:t>
                </a:r>
                <a:r>
                  <a:rPr lang="fr-FR" dirty="0">
                    <a:latin typeface="Times New Roman" panose="02020603050405020304" pitchFamily="18" charset="0"/>
                    <a:cs typeface="Times New Roman" panose="02020603050405020304" pitchFamily="18" charset="0"/>
                  </a:rPr>
                  <a:t>: Présence de </a:t>
                </a:r>
                <a:r>
                  <a:rPr lang="fr-F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 ;, /*</a:t>
                </a:r>
                <a:r>
                  <a:rPr lang="fr-FR" dirty="0">
                    <a:latin typeface="Times New Roman" panose="02020603050405020304" pitchFamily="18" charset="0"/>
                    <a:cs typeface="Times New Roman" panose="02020603050405020304" pitchFamily="18" charset="0"/>
                  </a:rPr>
                  <a:t>.</a:t>
                </a:r>
              </a:p>
              <a:p>
                <a:pPr marL="719085" indent="-450815">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Sémantiques</a:t>
                </a:r>
                <a:r>
                  <a:rPr lang="fr-FR" dirty="0"/>
                  <a:t> : </a:t>
                </a:r>
                <a:r>
                  <a:rPr lang="fr-FR" dirty="0">
                    <a:latin typeface="Times New Roman" panose="02020603050405020304" pitchFamily="18" charset="0"/>
                    <a:cs typeface="Times New Roman" panose="02020603050405020304" pitchFamily="18" charset="0"/>
                  </a:rPr>
                  <a:t>Mots-clés SQL( </a:t>
                </a:r>
                <a:r>
                  <a:rPr lang="fr-F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UNION, SELECT, OR, SLEEP</a:t>
                </a:r>
                <a:r>
                  <a:rPr lang="fr-FR" dirty="0">
                    <a:latin typeface="Times New Roman" panose="02020603050405020304" pitchFamily="18" charset="0"/>
                    <a:cs typeface="Times New Roman" panose="02020603050405020304" pitchFamily="18" charset="0"/>
                  </a:rPr>
                  <a:t>).</a:t>
                </a:r>
              </a:p>
              <a:p>
                <a:pPr marL="719085" indent="-450815">
                  <a:lnSpc>
                    <a:spcPct val="150000"/>
                  </a:lnSpc>
                  <a:buFont typeface="Arial" panose="020B0604020202020204" pitchFamily="34" charset="0"/>
                  <a:buChar char="•"/>
                </a:pPr>
                <a:r>
                  <a:rPr lang="fr-FR" dirty="0">
                    <a:latin typeface="Times New Roman" panose="02020603050405020304" pitchFamily="18" charset="0"/>
                    <a:cs typeface="Times New Roman" panose="02020603050405020304" pitchFamily="18" charset="0"/>
                  </a:rPr>
                  <a:t>Statistiques :  Longueur de la requête et taux de caractères spéciaux. </a:t>
                </a:r>
              </a:p>
              <a:p>
                <a:pPr marL="268268" indent="-268268">
                  <a:lnSpc>
                    <a:spcPct val="150000"/>
                  </a:lnSpc>
                  <a:buFont typeface="Arial" panose="020B0604020202020204" pitchFamily="34" charset="0"/>
                  <a:buChar char="•"/>
                </a:pPr>
                <a:r>
                  <a:rPr lang="fr-FR" b="1" dirty="0">
                    <a:solidFill>
                      <a:schemeClr val="tx2"/>
                    </a:solidFill>
                    <a:latin typeface="Times New Roman" panose="02020603050405020304" pitchFamily="18" charset="0"/>
                    <a:cs typeface="Times New Roman" panose="02020603050405020304" pitchFamily="18" charset="0"/>
                  </a:rPr>
                  <a:t>Architecture du Réseau (MLP) : </a:t>
                </a:r>
              </a:p>
              <a:p>
                <a:pPr marL="719085" indent="-450815">
                  <a:lnSpc>
                    <a:spcPct val="150000"/>
                  </a:lnSpc>
                  <a:buFont typeface="Arial" panose="020B0604020202020204" pitchFamily="34" charset="0"/>
                  <a:buChar char="•"/>
                  <a:tabLst>
                    <a:tab pos="622252" algn="l"/>
                  </a:tabLst>
                </a:pPr>
                <a:r>
                  <a:rPr lang="fr-FR" dirty="0">
                    <a:solidFill>
                      <a:schemeClr val="tx2"/>
                    </a:solidFill>
                    <a:latin typeface="Times New Roman" panose="02020603050405020304" pitchFamily="18" charset="0"/>
                    <a:cs typeface="Times New Roman" panose="02020603050405020304" pitchFamily="18" charset="0"/>
                  </a:rPr>
                  <a:t>Couche d'entrée </a:t>
                </a:r>
                <a:r>
                  <a:rPr lang="fr-FR" i="1" dirty="0">
                    <a:solidFill>
                      <a:schemeClr val="tx2"/>
                    </a:solidFill>
                    <a:latin typeface="Times New Roman" panose="02020603050405020304" pitchFamily="18" charset="0"/>
                    <a:cs typeface="Times New Roman" panose="02020603050405020304" pitchFamily="18" charset="0"/>
                  </a:rPr>
                  <a:t>:</a:t>
                </a:r>
                <a:r>
                  <a:rPr lang="fr-FR" dirty="0">
                    <a:latin typeface="Times New Roman" panose="02020603050405020304" pitchFamily="18" charset="0"/>
                    <a:cs typeface="Times New Roman" panose="02020603050405020304" pitchFamily="18" charset="0"/>
                  </a:rPr>
                  <a:t> 11 neurones (un par feature).</a:t>
                </a:r>
              </a:p>
              <a:p>
                <a:pPr marL="719085" indent="-450815">
                  <a:lnSpc>
                    <a:spcPct val="150000"/>
                  </a:lnSpc>
                  <a:buFont typeface="Arial" panose="020B0604020202020204" pitchFamily="34" charset="0"/>
                  <a:buChar char="•"/>
                  <a:tabLst>
                    <a:tab pos="622252" algn="l"/>
                  </a:tabLst>
                </a:pPr>
                <a:r>
                  <a:rPr lang="fr-FR" dirty="0">
                    <a:solidFill>
                      <a:schemeClr val="tx2"/>
                    </a:solidFill>
                    <a:latin typeface="Times New Roman" panose="02020603050405020304" pitchFamily="18" charset="0"/>
                    <a:cs typeface="Times New Roman" panose="02020603050405020304" pitchFamily="18" charset="0"/>
                  </a:rPr>
                  <a:t>Couches cachées : </a:t>
                </a:r>
                <a:r>
                  <a:rPr lang="fr-FR" dirty="0">
                    <a:latin typeface="Times New Roman" panose="02020603050405020304" pitchFamily="18" charset="0"/>
                    <a:cs typeface="Times New Roman" panose="02020603050405020304" pitchFamily="18" charset="0"/>
                  </a:rPr>
                  <a:t>Architecture dense ( ex: </a:t>
                </a:r>
                <a:r>
                  <a:rPr lang="fr-FR"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11 x 64 x 32</a:t>
                </a:r>
                <a:r>
                  <a:rPr lang="fr-FR" dirty="0">
                    <a:latin typeface="Times New Roman" panose="02020603050405020304" pitchFamily="18" charset="0"/>
                    <a:cs typeface="Times New Roman" panose="02020603050405020304" pitchFamily="18" charset="0"/>
                  </a:rPr>
                  <a:t>).</a:t>
                </a:r>
              </a:p>
              <a:p>
                <a:pPr marL="719085" indent="-450815">
                  <a:lnSpc>
                    <a:spcPct val="150000"/>
                  </a:lnSpc>
                  <a:buFont typeface="Arial" panose="020B0604020202020204" pitchFamily="34" charset="0"/>
                  <a:buChar char="•"/>
                  <a:tabLst>
                    <a:tab pos="622252" algn="l"/>
                  </a:tabLst>
                </a:pPr>
                <a:r>
                  <a:rPr lang="fr-FR" dirty="0">
                    <a:solidFill>
                      <a:schemeClr val="tx2"/>
                    </a:solidFill>
                    <a:latin typeface="Times New Roman" panose="02020603050405020304" pitchFamily="18" charset="0"/>
                    <a:cs typeface="Times New Roman" panose="02020603050405020304" pitchFamily="18" charset="0"/>
                  </a:rPr>
                  <a:t>Fonctions d'activation : </a:t>
                </a:r>
                <a:r>
                  <a:rPr lang="fr-FR" b="1" dirty="0">
                    <a:latin typeface="Times New Roman" panose="02020603050405020304" pitchFamily="18" charset="0"/>
                    <a:cs typeface="Times New Roman" panose="02020603050405020304" pitchFamily="18" charset="0"/>
                  </a:rPr>
                  <a:t>ReLU</a:t>
                </a:r>
                <a:r>
                  <a:rPr lang="fr-FR" dirty="0">
                    <a:latin typeface="Times New Roman" panose="02020603050405020304" pitchFamily="18" charset="0"/>
                    <a:cs typeface="Times New Roman" panose="02020603050405020304" pitchFamily="18" charset="0"/>
                  </a:rPr>
                  <a:t> pour les couches internes, </a:t>
                </a:r>
                <a:r>
                  <a:rPr lang="fr-FR" b="1" dirty="0">
                    <a:latin typeface="Times New Roman" panose="02020603050405020304" pitchFamily="18" charset="0"/>
                    <a:cs typeface="Times New Roman" panose="02020603050405020304" pitchFamily="18" charset="0"/>
                  </a:rPr>
                  <a:t>Sigmoid</a:t>
                </a:r>
                <a:r>
                  <a:rPr lang="fr-FR" dirty="0">
                    <a:latin typeface="Times New Roman" panose="02020603050405020304" pitchFamily="18" charset="0"/>
                    <a:cs typeface="Times New Roman" panose="02020603050405020304" pitchFamily="18" charset="0"/>
                  </a:rPr>
                  <a:t> pour la sortie.</a:t>
                </a:r>
              </a:p>
              <a:p>
                <a:pPr marL="268268" indent="-268268">
                  <a:lnSpc>
                    <a:spcPct val="150000"/>
                  </a:lnSpc>
                  <a:buFont typeface="Arial" panose="020B0604020202020204" pitchFamily="34" charset="0"/>
                  <a:buChar char="•"/>
                  <a:tabLst>
                    <a:tab pos="622252" algn="l"/>
                  </a:tabLst>
                </a:pPr>
                <a:r>
                  <a:rPr lang="fr-FR" b="1" dirty="0">
                    <a:solidFill>
                      <a:schemeClr val="tx2"/>
                    </a:solidFill>
                    <a:latin typeface="Times New Roman" panose="02020603050405020304" pitchFamily="18" charset="0"/>
                    <a:cs typeface="Times New Roman" panose="02020603050405020304" pitchFamily="18" charset="0"/>
                  </a:rPr>
                  <a:t>Optimisation</a:t>
                </a:r>
                <a:r>
                  <a:rPr lang="fr-FR" dirty="0">
                    <a:latin typeface="Times New Roman" panose="02020603050405020304" pitchFamily="18" charset="0"/>
                    <a:cs typeface="Times New Roman" panose="02020603050405020304" pitchFamily="18" charset="0"/>
                  </a:rPr>
                  <a:t> : Utilisation de l'algorithme </a:t>
                </a:r>
                <a:r>
                  <a:rPr lang="fr-FR" b="1" dirty="0">
                    <a:latin typeface="Times New Roman" panose="02020603050405020304" pitchFamily="18" charset="0"/>
                    <a:cs typeface="Times New Roman" panose="02020603050405020304" pitchFamily="18" charset="0"/>
                  </a:rPr>
                  <a:t>Adam</a:t>
                </a:r>
                <a:r>
                  <a:rPr lang="fr-FR" dirty="0">
                    <a:latin typeface="Times New Roman" panose="02020603050405020304" pitchFamily="18" charset="0"/>
                    <a:cs typeface="Times New Roman" panose="02020603050405020304" pitchFamily="18" charset="0"/>
                  </a:rPr>
                  <a:t> et de la fonction de perte </a:t>
                </a:r>
                <a:r>
                  <a:rPr lang="fr-FR" b="1" dirty="0">
                    <a:latin typeface="Times New Roman" panose="02020603050405020304" pitchFamily="18" charset="0"/>
                    <a:cs typeface="Times New Roman" panose="02020603050405020304" pitchFamily="18" charset="0"/>
                  </a:rPr>
                  <a:t>Binary Cross-Entropy</a:t>
                </a:r>
                <a:r>
                  <a:rPr lang="fr-FR" dirty="0">
                    <a:latin typeface="Times New Roman" panose="02020603050405020304" pitchFamily="18" charset="0"/>
                    <a:cs typeface="Times New Roman" panose="02020603050405020304" pitchFamily="18" charset="0"/>
                  </a:rPr>
                  <a:t>.</a:t>
                </a:r>
              </a:p>
            </p:txBody>
          </p:sp>
        </mc:Choice>
        <mc:Fallback xmlns="">
          <p:sp>
            <p:nvSpPr>
              <p:cNvPr id="26" name="Text Box 31">
                <a:extLst>
                  <a:ext uri="{FF2B5EF4-FFF2-40B4-BE49-F238E27FC236}">
                    <a16:creationId xmlns:a16="http://schemas.microsoft.com/office/drawing/2014/main" id="{859EC67C-B8EF-57B5-9C71-48C844720A8A}"/>
                  </a:ext>
                </a:extLst>
              </p:cNvPr>
              <p:cNvSpPr txBox="1">
                <a:spLocks noRot="1" noChangeAspect="1" noMove="1" noResize="1" noEditPoints="1" noAdjustHandles="1" noChangeArrowheads="1" noChangeShapeType="1" noTextEdit="1"/>
              </p:cNvSpPr>
              <p:nvPr/>
            </p:nvSpPr>
            <p:spPr bwMode="auto">
              <a:xfrm>
                <a:off x="0" y="412762"/>
                <a:ext cx="9144000" cy="5490221"/>
              </a:xfrm>
              <a:prstGeom prst="rect">
                <a:avLst/>
              </a:prstGeom>
              <a:blipFill>
                <a:blip r:embed="rId3"/>
                <a:stretch>
                  <a:fillRect l="-400" b="-889"/>
                </a:stretch>
              </a:blipFill>
              <a:ln w="9525">
                <a:noFill/>
                <a:miter lim="800000"/>
                <a:headEnd/>
                <a:tailEnd/>
              </a:ln>
            </p:spPr>
            <p:txBody>
              <a:bodyPr/>
              <a:lstStyle/>
              <a:p>
                <a:r>
                  <a:rPr lang="fr-FR">
                    <a:noFill/>
                  </a:rPr>
                  <a:t> </a:t>
                </a:r>
              </a:p>
            </p:txBody>
          </p:sp>
        </mc:Fallback>
      </mc:AlternateContent>
      <p:graphicFrame>
        <p:nvGraphicFramePr>
          <p:cNvPr id="23" name="Tableau 22">
            <a:extLst>
              <a:ext uri="{FF2B5EF4-FFF2-40B4-BE49-F238E27FC236}">
                <a16:creationId xmlns:a16="http://schemas.microsoft.com/office/drawing/2014/main" id="{741EB500-6CDA-7CF7-9853-556CF73F8ADE}"/>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A35ADDF1-60AB-BF56-769B-03D6D947323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79811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0" end="0"/>
                                            </p:txEl>
                                          </p:spTgt>
                                        </p:tgtEl>
                                        <p:attrNameLst>
                                          <p:attrName>style.visibility</p:attrName>
                                        </p:attrNameLst>
                                      </p:cBhvr>
                                      <p:to>
                                        <p:strVal val="visible"/>
                                      </p:to>
                                    </p:set>
                                    <p:animEffect transition="in" filter="fade">
                                      <p:cBhvr>
                                        <p:cTn id="14" dur="1000"/>
                                        <p:tgtEl>
                                          <p:spTgt spid="26">
                                            <p:txEl>
                                              <p:pRg st="0" end="0"/>
                                            </p:txEl>
                                          </p:spTgt>
                                        </p:tgtEl>
                                      </p:cBhvr>
                                    </p:animEffect>
                                    <p:anim calcmode="lin" valueType="num">
                                      <p:cBhvr>
                                        <p:cTn id="15"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6">
                                            <p:txEl>
                                              <p:pRg st="1" end="1"/>
                                            </p:txEl>
                                          </p:spTgt>
                                        </p:tgtEl>
                                        <p:attrNameLst>
                                          <p:attrName>style.visibility</p:attrName>
                                        </p:attrNameLst>
                                      </p:cBhvr>
                                      <p:to>
                                        <p:strVal val="visible"/>
                                      </p:to>
                                    </p:set>
                                    <p:animEffect transition="in" filter="fade">
                                      <p:cBhvr>
                                        <p:cTn id="19" dur="1000"/>
                                        <p:tgtEl>
                                          <p:spTgt spid="26">
                                            <p:txEl>
                                              <p:pRg st="1" end="1"/>
                                            </p:txEl>
                                          </p:spTgt>
                                        </p:tgtEl>
                                      </p:cBhvr>
                                    </p:animEffect>
                                    <p:anim calcmode="lin" valueType="num">
                                      <p:cBhvr>
                                        <p:cTn id="20"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26">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6">
                                            <p:txEl>
                                              <p:pRg st="2" end="2"/>
                                            </p:txEl>
                                          </p:spTgt>
                                        </p:tgtEl>
                                        <p:attrNameLst>
                                          <p:attrName>style.visibility</p:attrName>
                                        </p:attrNameLst>
                                      </p:cBhvr>
                                      <p:to>
                                        <p:strVal val="visible"/>
                                      </p:to>
                                    </p:set>
                                    <p:animEffect transition="in" filter="fade">
                                      <p:cBhvr>
                                        <p:cTn id="24" dur="1000"/>
                                        <p:tgtEl>
                                          <p:spTgt spid="26">
                                            <p:txEl>
                                              <p:pRg st="2" end="2"/>
                                            </p:txEl>
                                          </p:spTgt>
                                        </p:tgtEl>
                                      </p:cBhvr>
                                    </p:animEffect>
                                    <p:anim calcmode="lin" valueType="num">
                                      <p:cBhvr>
                                        <p:cTn id="25"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6">
                                            <p:txEl>
                                              <p:pRg st="3" end="3"/>
                                            </p:txEl>
                                          </p:spTgt>
                                        </p:tgtEl>
                                        <p:attrNameLst>
                                          <p:attrName>style.visibility</p:attrName>
                                        </p:attrNameLst>
                                      </p:cBhvr>
                                      <p:to>
                                        <p:strVal val="visible"/>
                                      </p:to>
                                    </p:set>
                                    <p:animEffect transition="in" filter="fade">
                                      <p:cBhvr>
                                        <p:cTn id="29" dur="1000"/>
                                        <p:tgtEl>
                                          <p:spTgt spid="26">
                                            <p:txEl>
                                              <p:pRg st="3" end="3"/>
                                            </p:txEl>
                                          </p:spTgt>
                                        </p:tgtEl>
                                      </p:cBhvr>
                                    </p:animEffect>
                                    <p:anim calcmode="lin" valueType="num">
                                      <p:cBhvr>
                                        <p:cTn id="30"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6">
                                            <p:txEl>
                                              <p:pRg st="4" end="4"/>
                                            </p:txEl>
                                          </p:spTgt>
                                        </p:tgtEl>
                                        <p:attrNameLst>
                                          <p:attrName>style.visibility</p:attrName>
                                        </p:attrNameLst>
                                      </p:cBhvr>
                                      <p:to>
                                        <p:strVal val="visible"/>
                                      </p:to>
                                    </p:set>
                                    <p:animEffect transition="in" filter="fade">
                                      <p:cBhvr>
                                        <p:cTn id="34" dur="1000"/>
                                        <p:tgtEl>
                                          <p:spTgt spid="26">
                                            <p:txEl>
                                              <p:pRg st="4" end="4"/>
                                            </p:txEl>
                                          </p:spTgt>
                                        </p:tgtEl>
                                      </p:cBhvr>
                                    </p:animEffect>
                                    <p:anim calcmode="lin" valueType="num">
                                      <p:cBhvr>
                                        <p:cTn id="35"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26">
                                            <p:txEl>
                                              <p:pRg st="5" end="5"/>
                                            </p:txEl>
                                          </p:spTgt>
                                        </p:tgtEl>
                                        <p:attrNameLst>
                                          <p:attrName>style.visibility</p:attrName>
                                        </p:attrNameLst>
                                      </p:cBhvr>
                                      <p:to>
                                        <p:strVal val="visible"/>
                                      </p:to>
                                    </p:set>
                                    <p:animEffect transition="in" filter="fade">
                                      <p:cBhvr>
                                        <p:cTn id="39" dur="1000"/>
                                        <p:tgtEl>
                                          <p:spTgt spid="26">
                                            <p:txEl>
                                              <p:pRg st="5" end="5"/>
                                            </p:txEl>
                                          </p:spTgt>
                                        </p:tgtEl>
                                      </p:cBhvr>
                                    </p:animEffect>
                                    <p:anim calcmode="lin" valueType="num">
                                      <p:cBhvr>
                                        <p:cTn id="40"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26">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26">
                                            <p:txEl>
                                              <p:pRg st="6" end="6"/>
                                            </p:txEl>
                                          </p:spTgt>
                                        </p:tgtEl>
                                        <p:attrNameLst>
                                          <p:attrName>style.visibility</p:attrName>
                                        </p:attrNameLst>
                                      </p:cBhvr>
                                      <p:to>
                                        <p:strVal val="visible"/>
                                      </p:to>
                                    </p:set>
                                    <p:animEffect transition="in" filter="fade">
                                      <p:cBhvr>
                                        <p:cTn id="44" dur="1000"/>
                                        <p:tgtEl>
                                          <p:spTgt spid="26">
                                            <p:txEl>
                                              <p:pRg st="6" end="6"/>
                                            </p:txEl>
                                          </p:spTgt>
                                        </p:tgtEl>
                                      </p:cBhvr>
                                    </p:animEffect>
                                    <p:anim calcmode="lin" valueType="num">
                                      <p:cBhvr>
                                        <p:cTn id="45"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26">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26">
                                            <p:txEl>
                                              <p:pRg st="7" end="7"/>
                                            </p:txEl>
                                          </p:spTgt>
                                        </p:tgtEl>
                                        <p:attrNameLst>
                                          <p:attrName>style.visibility</p:attrName>
                                        </p:attrNameLst>
                                      </p:cBhvr>
                                      <p:to>
                                        <p:strVal val="visible"/>
                                      </p:to>
                                    </p:set>
                                    <p:animEffect transition="in" filter="fade">
                                      <p:cBhvr>
                                        <p:cTn id="49" dur="1000"/>
                                        <p:tgtEl>
                                          <p:spTgt spid="26">
                                            <p:txEl>
                                              <p:pRg st="7" end="7"/>
                                            </p:txEl>
                                          </p:spTgt>
                                        </p:tgtEl>
                                      </p:cBhvr>
                                    </p:animEffect>
                                    <p:anim calcmode="lin" valueType="num">
                                      <p:cBhvr>
                                        <p:cTn id="50" dur="1000" fill="hold"/>
                                        <p:tgtEl>
                                          <p:spTgt spid="26">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26">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nodeType="withEffect">
                                  <p:stCondLst>
                                    <p:cond delay="0"/>
                                  </p:stCondLst>
                                  <p:childTnLst>
                                    <p:set>
                                      <p:cBhvr>
                                        <p:cTn id="53" dur="1" fill="hold">
                                          <p:stCondLst>
                                            <p:cond delay="0"/>
                                          </p:stCondLst>
                                        </p:cTn>
                                        <p:tgtEl>
                                          <p:spTgt spid="26">
                                            <p:txEl>
                                              <p:pRg st="8" end="8"/>
                                            </p:txEl>
                                          </p:spTgt>
                                        </p:tgtEl>
                                        <p:attrNameLst>
                                          <p:attrName>style.visibility</p:attrName>
                                        </p:attrNameLst>
                                      </p:cBhvr>
                                      <p:to>
                                        <p:strVal val="visible"/>
                                      </p:to>
                                    </p:set>
                                    <p:animEffect transition="in" filter="fade">
                                      <p:cBhvr>
                                        <p:cTn id="54" dur="1000"/>
                                        <p:tgtEl>
                                          <p:spTgt spid="26">
                                            <p:txEl>
                                              <p:pRg st="8" end="8"/>
                                            </p:txEl>
                                          </p:spTgt>
                                        </p:tgtEl>
                                      </p:cBhvr>
                                    </p:animEffect>
                                    <p:anim calcmode="lin" valueType="num">
                                      <p:cBhvr>
                                        <p:cTn id="55" dur="1000" fill="hold"/>
                                        <p:tgtEl>
                                          <p:spTgt spid="26">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26">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nodeType="withEffect">
                                  <p:stCondLst>
                                    <p:cond delay="0"/>
                                  </p:stCondLst>
                                  <p:childTnLst>
                                    <p:set>
                                      <p:cBhvr>
                                        <p:cTn id="58" dur="1" fill="hold">
                                          <p:stCondLst>
                                            <p:cond delay="0"/>
                                          </p:stCondLst>
                                        </p:cTn>
                                        <p:tgtEl>
                                          <p:spTgt spid="26">
                                            <p:txEl>
                                              <p:pRg st="9" end="9"/>
                                            </p:txEl>
                                          </p:spTgt>
                                        </p:tgtEl>
                                        <p:attrNameLst>
                                          <p:attrName>style.visibility</p:attrName>
                                        </p:attrNameLst>
                                      </p:cBhvr>
                                      <p:to>
                                        <p:strVal val="visible"/>
                                      </p:to>
                                    </p:set>
                                    <p:animEffect transition="in" filter="fade">
                                      <p:cBhvr>
                                        <p:cTn id="59" dur="1000"/>
                                        <p:tgtEl>
                                          <p:spTgt spid="26">
                                            <p:txEl>
                                              <p:pRg st="9" end="9"/>
                                            </p:txEl>
                                          </p:spTgt>
                                        </p:tgtEl>
                                      </p:cBhvr>
                                    </p:animEffect>
                                    <p:anim calcmode="lin" valueType="num">
                                      <p:cBhvr>
                                        <p:cTn id="60" dur="1000" fill="hold"/>
                                        <p:tgtEl>
                                          <p:spTgt spid="26">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26">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nodeType="withEffect">
                                  <p:stCondLst>
                                    <p:cond delay="0"/>
                                  </p:stCondLst>
                                  <p:childTnLst>
                                    <p:set>
                                      <p:cBhvr>
                                        <p:cTn id="63" dur="1" fill="hold">
                                          <p:stCondLst>
                                            <p:cond delay="0"/>
                                          </p:stCondLst>
                                        </p:cTn>
                                        <p:tgtEl>
                                          <p:spTgt spid="26">
                                            <p:txEl>
                                              <p:pRg st="10" end="10"/>
                                            </p:txEl>
                                          </p:spTgt>
                                        </p:tgtEl>
                                        <p:attrNameLst>
                                          <p:attrName>style.visibility</p:attrName>
                                        </p:attrNameLst>
                                      </p:cBhvr>
                                      <p:to>
                                        <p:strVal val="visible"/>
                                      </p:to>
                                    </p:set>
                                    <p:animEffect transition="in" filter="fade">
                                      <p:cBhvr>
                                        <p:cTn id="64" dur="1000"/>
                                        <p:tgtEl>
                                          <p:spTgt spid="26">
                                            <p:txEl>
                                              <p:pRg st="10" end="10"/>
                                            </p:txEl>
                                          </p:spTgt>
                                        </p:tgtEl>
                                      </p:cBhvr>
                                    </p:animEffect>
                                    <p:anim calcmode="lin" valueType="num">
                                      <p:cBhvr>
                                        <p:cTn id="65" dur="1000" fill="hold"/>
                                        <p:tgtEl>
                                          <p:spTgt spid="26">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26">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D65A5D-D720-38A4-D9BA-1ADC5607A5FF}"/>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E095E26A-80A9-D991-AEFC-7A7F6796637A}"/>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24</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256CF1B6-B736-7334-4CBA-312C1EE90250}"/>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8F851759-AC57-5F96-D072-D65BAE1FFBB5}"/>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C8EC6B0C-A790-7277-43C7-31A938AD7E80}"/>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FA1508E7-31B3-4608-EC9C-275C1D79CD88}"/>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A718C168-5095-0811-9B5C-741394D778A5}"/>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F0121BF0-8D0E-F83D-FED5-07E6D0C258EF}"/>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24</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DA3C1F93-523C-117B-B3CD-7DEE3EAA3516}"/>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76E6EF01-0C1A-77F6-244F-C4943FDD0B67}"/>
              </a:ext>
            </a:extLst>
          </p:cNvPr>
          <p:cNvSpPr txBox="1">
            <a:spLocks noGrp="1"/>
          </p:cNvSpPr>
          <p:nvPr/>
        </p:nvSpPr>
        <p:spPr bwMode="auto">
          <a:xfrm>
            <a:off x="209552" y="6491303"/>
            <a:ext cx="4650480"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B309A064-B676-80D1-EB3A-3CC427F9FC31}"/>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CE910FA9-B4DE-3F0F-6126-DE76BA383DF4}"/>
              </a:ext>
            </a:extLst>
          </p:cNvPr>
          <p:cNvSpPr txBox="1">
            <a:spLocks noChangeArrowheads="1"/>
          </p:cNvSpPr>
          <p:nvPr/>
        </p:nvSpPr>
        <p:spPr bwMode="auto">
          <a:xfrm>
            <a:off x="0" y="412764"/>
            <a:ext cx="9144000" cy="1015663"/>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Développement du modèle prédictif(MLP)</a:t>
            </a:r>
            <a:endParaRPr lang="fr-FR" b="1" dirty="0">
              <a:latin typeface="Times New Roman" panose="02020603050405020304" pitchFamily="18" charset="0"/>
              <a:cs typeface="Times New Roman" panose="02020603050405020304" pitchFamily="18" charset="0"/>
            </a:endParaRPr>
          </a:p>
          <a:p>
            <a:pPr algn="ctr">
              <a:spcBef>
                <a:spcPct val="50000"/>
              </a:spcBef>
              <a:buClr>
                <a:schemeClr val="tx2"/>
              </a:buClr>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48DEA567-399A-B880-A205-9A9C2DC0764F}"/>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5" name="Image 4">
            <a:extLst>
              <a:ext uri="{FF2B5EF4-FFF2-40B4-BE49-F238E27FC236}">
                <a16:creationId xmlns:a16="http://schemas.microsoft.com/office/drawing/2014/main" id="{0CFC803A-DF32-34CD-3FE7-AC090C9CF428}"/>
              </a:ext>
            </a:extLst>
          </p:cNvPr>
          <p:cNvPicPr>
            <a:picLocks noChangeAspect="1"/>
          </p:cNvPicPr>
          <p:nvPr/>
        </p:nvPicPr>
        <p:blipFill>
          <a:blip r:embed="rId3"/>
          <a:stretch>
            <a:fillRect/>
          </a:stretch>
        </p:blipFill>
        <p:spPr>
          <a:xfrm>
            <a:off x="31608" y="1557371"/>
            <a:ext cx="4540392" cy="3696216"/>
          </a:xfrm>
          <a:prstGeom prst="rect">
            <a:avLst/>
          </a:prstGeom>
        </p:spPr>
      </p:pic>
      <p:pic>
        <p:nvPicPr>
          <p:cNvPr id="7" name="Image 6">
            <a:extLst>
              <a:ext uri="{FF2B5EF4-FFF2-40B4-BE49-F238E27FC236}">
                <a16:creationId xmlns:a16="http://schemas.microsoft.com/office/drawing/2014/main" id="{915301EA-4CFA-B9B9-C3B5-DEE5279F2702}"/>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contrast="-40000"/>
                    </a14:imgEffect>
                  </a14:imgLayer>
                </a14:imgProps>
              </a:ext>
            </a:extLst>
          </a:blip>
          <a:stretch>
            <a:fillRect/>
          </a:stretch>
        </p:blipFill>
        <p:spPr>
          <a:xfrm>
            <a:off x="4860032" y="1557371"/>
            <a:ext cx="3888432" cy="3696216"/>
          </a:xfrm>
          <a:prstGeom prst="rect">
            <a:avLst/>
          </a:prstGeom>
        </p:spPr>
      </p:pic>
      <p:sp>
        <p:nvSpPr>
          <p:cNvPr id="11" name="ZoneTexte 10">
            <a:extLst>
              <a:ext uri="{FF2B5EF4-FFF2-40B4-BE49-F238E27FC236}">
                <a16:creationId xmlns:a16="http://schemas.microsoft.com/office/drawing/2014/main" id="{F35BDF30-1BED-D422-DB9B-D32E61F3CD9F}"/>
              </a:ext>
            </a:extLst>
          </p:cNvPr>
          <p:cNvSpPr txBox="1"/>
          <p:nvPr/>
        </p:nvSpPr>
        <p:spPr>
          <a:xfrm>
            <a:off x="505661" y="5371066"/>
            <a:ext cx="2994296" cy="338554"/>
          </a:xfrm>
          <a:prstGeom prst="rect">
            <a:avLst/>
          </a:prstGeom>
          <a:noFill/>
        </p:spPr>
        <p:txBody>
          <a:bodyPr wrap="square" rtlCol="0">
            <a:spAutoFit/>
          </a:bodyPr>
          <a:lstStyle/>
          <a:p>
            <a:pPr algn="ctr"/>
            <a:r>
              <a:rPr lang="fr-FR" sz="1600" i="1" dirty="0"/>
              <a:t>tableau des 11 features </a:t>
            </a:r>
          </a:p>
        </p:txBody>
      </p:sp>
      <p:sp>
        <p:nvSpPr>
          <p:cNvPr id="13" name="ZoneTexte 12">
            <a:extLst>
              <a:ext uri="{FF2B5EF4-FFF2-40B4-BE49-F238E27FC236}">
                <a16:creationId xmlns:a16="http://schemas.microsoft.com/office/drawing/2014/main" id="{AC531D5E-1A6E-1A0A-00F0-6CF595636A36}"/>
              </a:ext>
            </a:extLst>
          </p:cNvPr>
          <p:cNvSpPr txBox="1"/>
          <p:nvPr/>
        </p:nvSpPr>
        <p:spPr>
          <a:xfrm>
            <a:off x="5307103" y="5428865"/>
            <a:ext cx="3585380" cy="338554"/>
          </a:xfrm>
          <a:prstGeom prst="rect">
            <a:avLst/>
          </a:prstGeom>
          <a:noFill/>
        </p:spPr>
        <p:txBody>
          <a:bodyPr wrap="square" rtlCol="0">
            <a:spAutoFit/>
          </a:bodyPr>
          <a:lstStyle/>
          <a:p>
            <a:pPr algn="ctr"/>
            <a:r>
              <a:rPr lang="fr-FR" sz="1600" i="1" dirty="0"/>
              <a:t>Diagramme du réseau de neurones</a:t>
            </a:r>
          </a:p>
        </p:txBody>
      </p:sp>
      <p:pic>
        <p:nvPicPr>
          <p:cNvPr id="2" name="Picture 2" descr="Owasp Logo Flat2 Icon &lt; Cydrill Software Security">
            <a:extLst>
              <a:ext uri="{FF2B5EF4-FFF2-40B4-BE49-F238E27FC236}">
                <a16:creationId xmlns:a16="http://schemas.microsoft.com/office/drawing/2014/main" id="{FB608813-2F4C-AF14-FA9F-0B7BFCFDAD9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82793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par>
                          <p:cTn id="17" fill="hold">
                            <p:stCondLst>
                              <p:cond delay="1000"/>
                            </p:stCondLst>
                            <p:childTnLst>
                              <p:par>
                                <p:cTn id="18" presetID="42" presetClass="entr" presetSubtype="0" fill="hold" nodeType="afterEffect">
                                  <p:stCondLst>
                                    <p:cond delay="0"/>
                                  </p:stCondLst>
                                  <p:childTnLst>
                                    <p:set>
                                      <p:cBhvr>
                                        <p:cTn id="19" dur="1" fill="hold">
                                          <p:stCondLst>
                                            <p:cond delay="0"/>
                                          </p:stCondLst>
                                        </p:cTn>
                                        <p:tgtEl>
                                          <p:spTgt spid="11">
                                            <p:txEl>
                                              <p:pRg st="0" end="0"/>
                                            </p:txEl>
                                          </p:spTgt>
                                        </p:tgtEl>
                                        <p:attrNameLst>
                                          <p:attrName>style.visibility</p:attrName>
                                        </p:attrNameLst>
                                      </p:cBhvr>
                                      <p:to>
                                        <p:strVal val="visible"/>
                                      </p:to>
                                    </p:set>
                                    <p:animEffect transition="in" filter="fade">
                                      <p:cBhvr>
                                        <p:cTn id="20" dur="1000"/>
                                        <p:tgtEl>
                                          <p:spTgt spid="11">
                                            <p:txEl>
                                              <p:pRg st="0" end="0"/>
                                            </p:txEl>
                                          </p:spTgt>
                                        </p:tgtEl>
                                      </p:cBhvr>
                                    </p:animEffect>
                                    <p:anim calcmode="lin" valueType="num">
                                      <p:cBhvr>
                                        <p:cTn id="21"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2"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childTnLst>
                          </p:cTn>
                        </p:par>
                        <p:par>
                          <p:cTn id="28" fill="hold">
                            <p:stCondLst>
                              <p:cond delay="2000"/>
                            </p:stCondLst>
                            <p:childTnLst>
                              <p:par>
                                <p:cTn id="29" presetID="42" presetClass="entr" presetSubtype="0" fill="hold" nodeType="after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animEffect transition="in" filter="fade">
                                      <p:cBhvr>
                                        <p:cTn id="31" dur="1000"/>
                                        <p:tgtEl>
                                          <p:spTgt spid="13">
                                            <p:txEl>
                                              <p:pRg st="0" end="0"/>
                                            </p:txEl>
                                          </p:spTgt>
                                        </p:tgtEl>
                                      </p:cBhvr>
                                    </p:animEffect>
                                    <p:anim calcmode="lin" valueType="num">
                                      <p:cBhvr>
                                        <p:cTn id="32"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33" dur="1000" fill="hold"/>
                                        <p:tgtEl>
                                          <p:spTgt spid="1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06C624-08F4-AEEE-B91B-3830EB1BE53A}"/>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D9D63CEA-9927-08FA-5F96-786E0AD989B2}"/>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25</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66EA1F48-3E7D-C349-3E18-96D5FB792930}"/>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12D3588D-93C8-C7C1-88A6-9FE413A55586}"/>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14231DC7-7469-9E7C-CA0B-892F4BD4A844}"/>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3C91C900-332A-2AC2-D17F-8CA5767F45D9}"/>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90845CDD-282E-DE04-7E83-E31BEFC73B50}"/>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A2D04148-0FDB-D20F-BE99-BA5E005864A1}"/>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25</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3BF574B0-7AE0-7810-DF94-7AA68916CA40}"/>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1CB72374-211A-2F04-6A24-6FA79745C0B5}"/>
              </a:ext>
            </a:extLst>
          </p:cNvPr>
          <p:cNvSpPr txBox="1">
            <a:spLocks noGrp="1"/>
          </p:cNvSpPr>
          <p:nvPr/>
        </p:nvSpPr>
        <p:spPr bwMode="auto">
          <a:xfrm>
            <a:off x="209552" y="6491303"/>
            <a:ext cx="522654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BF95A207-CBEA-2970-797C-84BEAACCC151}"/>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A99D8600-3EF3-3341-55C5-3B704B346DB3}"/>
              </a:ext>
            </a:extLst>
          </p:cNvPr>
          <p:cNvSpPr txBox="1">
            <a:spLocks noChangeArrowheads="1"/>
          </p:cNvSpPr>
          <p:nvPr/>
        </p:nvSpPr>
        <p:spPr bwMode="auto">
          <a:xfrm>
            <a:off x="0" y="412764"/>
            <a:ext cx="9144000" cy="3884205"/>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Analyse des Résultats et Validation Statistique</a:t>
            </a:r>
          </a:p>
          <a:p>
            <a:pPr algn="just">
              <a:lnSpc>
                <a:spcPct val="150000"/>
              </a:lnSpc>
            </a:pPr>
            <a:r>
              <a:rPr lang="fr-FR" sz="2000" b="1" dirty="0">
                <a:solidFill>
                  <a:srgbClr val="1F497D"/>
                </a:solidFill>
                <a:latin typeface="Times New Roman" panose="02020603050405020304" pitchFamily="18" charset="0"/>
                <a:cs typeface="Times New Roman" panose="02020603050405020304" pitchFamily="18" charset="0"/>
              </a:rPr>
              <a:t>Indicateurs de Performance (Basés sur 10 000 tests) :</a:t>
            </a:r>
          </a:p>
          <a:p>
            <a:pPr algn="just"/>
            <a:r>
              <a:rPr lang="fr-FR" sz="1600" b="1" dirty="0">
                <a:solidFill>
                  <a:schemeClr val="tx2"/>
                </a:solidFill>
                <a:latin typeface="Calibri" panose="020F0502020204030204" pitchFamily="34" charset="0"/>
              </a:rPr>
              <a:t>Dataset</a:t>
            </a:r>
            <a:r>
              <a:rPr lang="fr-FR" sz="1600" dirty="0">
                <a:solidFill>
                  <a:srgbClr val="000000"/>
                </a:solidFill>
                <a:latin typeface="Calibri" panose="020F0502020204030204" pitchFamily="34" charset="0"/>
              </a:rPr>
              <a:t> : </a:t>
            </a:r>
            <a:r>
              <a:rPr lang="fr-FR" sz="1600" b="1" dirty="0">
                <a:solidFill>
                  <a:srgbClr val="000000"/>
                </a:solidFill>
                <a:latin typeface="Times New Roman" panose="02020603050405020304" pitchFamily="18" charset="0"/>
                <a:cs typeface="Times New Roman" panose="02020603050405020304" pitchFamily="18" charset="0"/>
              </a:rPr>
              <a:t>50 000 </a:t>
            </a:r>
            <a:r>
              <a:rPr lang="fr-FR" sz="1600" dirty="0">
                <a:solidFill>
                  <a:srgbClr val="000000"/>
                </a:solidFill>
                <a:latin typeface="Times New Roman" panose="02020603050405020304" pitchFamily="18" charset="0"/>
                <a:cs typeface="Times New Roman" panose="02020603050405020304" pitchFamily="18" charset="0"/>
              </a:rPr>
              <a:t>requêtes (mix logs réels + injections synthétiques). </a:t>
            </a:r>
            <a:endParaRPr lang="fr-FR" sz="1600" dirty="0">
              <a:latin typeface="Times New Roman" panose="02020603050405020304" pitchFamily="18" charset="0"/>
              <a:cs typeface="Times New Roman" panose="02020603050405020304" pitchFamily="18" charset="0"/>
            </a:endParaRPr>
          </a:p>
          <a:p>
            <a:pPr algn="just"/>
            <a:r>
              <a:rPr lang="fr-FR" sz="1600" dirty="0">
                <a:solidFill>
                  <a:schemeClr val="tx2"/>
                </a:solidFill>
                <a:latin typeface="Times New Roman" panose="02020603050405020304" pitchFamily="18" charset="0"/>
                <a:cs typeface="Times New Roman" panose="02020603050405020304" pitchFamily="18" charset="0"/>
              </a:rPr>
              <a:t>Jeu de validation : </a:t>
            </a:r>
            <a:r>
              <a:rPr lang="fr-FR" sz="1600" b="1" dirty="0">
                <a:solidFill>
                  <a:srgbClr val="000000"/>
                </a:solidFill>
                <a:latin typeface="Times New Roman" panose="02020603050405020304" pitchFamily="18" charset="0"/>
                <a:cs typeface="Times New Roman" panose="02020603050405020304" pitchFamily="18" charset="0"/>
              </a:rPr>
              <a:t>10 000 </a:t>
            </a:r>
            <a:r>
              <a:rPr lang="fr-FR" sz="1600" dirty="0">
                <a:solidFill>
                  <a:srgbClr val="000000"/>
                </a:solidFill>
                <a:latin typeface="Times New Roman" panose="02020603050405020304" pitchFamily="18" charset="0"/>
                <a:cs typeface="Times New Roman" panose="02020603050405020304" pitchFamily="18" charset="0"/>
              </a:rPr>
              <a:t>requêtes (</a:t>
            </a:r>
            <a:r>
              <a:rPr lang="fr-FR" sz="1600" b="1" dirty="0">
                <a:solidFill>
                  <a:srgbClr val="000000"/>
                </a:solidFill>
                <a:latin typeface="Times New Roman" panose="02020603050405020304" pitchFamily="18" charset="0"/>
                <a:cs typeface="Times New Roman" panose="02020603050405020304" pitchFamily="18" charset="0"/>
              </a:rPr>
              <a:t>5 000 </a:t>
            </a:r>
            <a:r>
              <a:rPr lang="fr-FR" sz="1600" dirty="0">
                <a:solidFill>
                  <a:srgbClr val="000000"/>
                </a:solidFill>
                <a:latin typeface="Times New Roman" panose="02020603050405020304" pitchFamily="18" charset="0"/>
                <a:cs typeface="Times New Roman" panose="02020603050405020304" pitchFamily="18" charset="0"/>
              </a:rPr>
              <a:t>saines </a:t>
            </a:r>
            <a:r>
              <a:rPr lang="fr-FR" sz="1600" b="1" dirty="0">
                <a:solidFill>
                  <a:srgbClr val="000000"/>
                </a:solidFill>
                <a:latin typeface="Times New Roman" panose="02020603050405020304" pitchFamily="18" charset="0"/>
                <a:cs typeface="Times New Roman" panose="02020603050405020304" pitchFamily="18" charset="0"/>
              </a:rPr>
              <a:t>/ 5 000 </a:t>
            </a:r>
            <a:r>
              <a:rPr lang="fr-FR" sz="1600" dirty="0">
                <a:solidFill>
                  <a:srgbClr val="000000"/>
                </a:solidFill>
                <a:latin typeface="Times New Roman" panose="02020603050405020304" pitchFamily="18" charset="0"/>
                <a:cs typeface="Times New Roman" panose="02020603050405020304" pitchFamily="18" charset="0"/>
              </a:rPr>
              <a:t>malveillantes). </a:t>
            </a:r>
            <a:endParaRPr lang="fr-FR" sz="1600" dirty="0">
              <a:latin typeface="Times New Roman" panose="02020603050405020304" pitchFamily="18" charset="0"/>
              <a:cs typeface="Times New Roman" panose="02020603050405020304" pitchFamily="18" charset="0"/>
            </a:endParaRPr>
          </a:p>
          <a:p>
            <a:pPr algn="just"/>
            <a:r>
              <a:rPr lang="fr-FR" sz="1600" dirty="0">
                <a:solidFill>
                  <a:schemeClr val="tx2"/>
                </a:solidFill>
                <a:latin typeface="Times New Roman" panose="02020603050405020304" pitchFamily="18" charset="0"/>
                <a:cs typeface="Times New Roman" panose="02020603050405020304" pitchFamily="18" charset="0"/>
              </a:rPr>
              <a:t>Résultats clés : </a:t>
            </a:r>
            <a:r>
              <a:rPr lang="fr-FR" sz="1600" dirty="0">
                <a:solidFill>
                  <a:srgbClr val="000000"/>
                </a:solidFill>
                <a:latin typeface="Times New Roman" panose="02020603050405020304" pitchFamily="18" charset="0"/>
                <a:cs typeface="Times New Roman" panose="02020603050405020304" pitchFamily="18" charset="0"/>
              </a:rPr>
              <a:t>Accuracy </a:t>
            </a:r>
            <a:r>
              <a:rPr lang="fr-FR" sz="1600" b="1" dirty="0">
                <a:solidFill>
                  <a:srgbClr val="000000"/>
                </a:solidFill>
                <a:latin typeface="Times New Roman" panose="02020603050405020304" pitchFamily="18" charset="0"/>
                <a:cs typeface="Times New Roman" panose="02020603050405020304" pitchFamily="18" charset="0"/>
              </a:rPr>
              <a:t>≈ 99.63% </a:t>
            </a:r>
            <a:r>
              <a:rPr lang="fr-FR" sz="1600" dirty="0">
                <a:solidFill>
                  <a:srgbClr val="000000"/>
                </a:solidFill>
                <a:latin typeface="Times New Roman" panose="02020603050405020304" pitchFamily="18" charset="0"/>
                <a:cs typeface="Times New Roman" panose="02020603050405020304" pitchFamily="18" charset="0"/>
              </a:rPr>
              <a:t>; F1 </a:t>
            </a:r>
            <a:r>
              <a:rPr lang="fr-FR" sz="1600" b="1" dirty="0">
                <a:solidFill>
                  <a:srgbClr val="000000"/>
                </a:solidFill>
                <a:latin typeface="Times New Roman" panose="02020603050405020304" pitchFamily="18" charset="0"/>
                <a:cs typeface="Times New Roman" panose="02020603050405020304" pitchFamily="18" charset="0"/>
              </a:rPr>
              <a:t>= 0.9963 ; </a:t>
            </a:r>
            <a:endParaRPr lang="fr-FR" sz="1600" b="1" dirty="0">
              <a:latin typeface="Times New Roman" panose="02020603050405020304" pitchFamily="18" charset="0"/>
              <a:cs typeface="Times New Roman" panose="02020603050405020304" pitchFamily="18" charset="0"/>
            </a:endParaRPr>
          </a:p>
          <a:p>
            <a:pPr algn="just"/>
            <a:r>
              <a:rPr lang="fr-FR" sz="1600" dirty="0">
                <a:solidFill>
                  <a:schemeClr val="tx2"/>
                </a:solidFill>
                <a:latin typeface="Times New Roman" panose="02020603050405020304" pitchFamily="18" charset="0"/>
                <a:cs typeface="Times New Roman" panose="02020603050405020304" pitchFamily="18" charset="0"/>
              </a:rPr>
              <a:t>Faux négatifs observés : </a:t>
            </a:r>
            <a:r>
              <a:rPr lang="fr-FR" sz="1600" b="1" dirty="0">
                <a:solidFill>
                  <a:srgbClr val="000000"/>
                </a:solidFill>
                <a:latin typeface="Times New Roman" panose="02020603050405020304" pitchFamily="18" charset="0"/>
                <a:cs typeface="Times New Roman" panose="02020603050405020304" pitchFamily="18" charset="0"/>
              </a:rPr>
              <a:t>12/5000</a:t>
            </a:r>
            <a:r>
              <a:rPr lang="fr-FR" sz="1600" dirty="0">
                <a:solidFill>
                  <a:srgbClr val="000000"/>
                </a:solidFill>
                <a:latin typeface="Times New Roman" panose="02020603050405020304" pitchFamily="18" charset="0"/>
                <a:cs typeface="Times New Roman" panose="02020603050405020304" pitchFamily="18" charset="0"/>
              </a:rPr>
              <a:t> (tests),</a:t>
            </a:r>
            <a:endParaRPr lang="fr-FR" sz="1600" b="1"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fr-FR" sz="1600" b="1"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fr-FR" sz="1600" b="1"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fr-FR" sz="1600" b="1"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fr-FR" sz="1600" b="1"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818363C5-C4EA-6F8D-6264-ACDA000FEFD1}"/>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Image 1">
            <a:extLst>
              <a:ext uri="{FF2B5EF4-FFF2-40B4-BE49-F238E27FC236}">
                <a16:creationId xmlns:a16="http://schemas.microsoft.com/office/drawing/2014/main" id="{22C474C2-FD3A-6BC9-3EB6-760494FD3D5E}"/>
              </a:ext>
            </a:extLst>
          </p:cNvPr>
          <p:cNvPicPr>
            <a:picLocks noChangeAspect="1"/>
          </p:cNvPicPr>
          <p:nvPr/>
        </p:nvPicPr>
        <p:blipFill>
          <a:blip r:embed="rId3"/>
          <a:stretch>
            <a:fillRect/>
          </a:stretch>
        </p:blipFill>
        <p:spPr>
          <a:xfrm>
            <a:off x="4175032" y="2448903"/>
            <a:ext cx="4944584" cy="3772531"/>
          </a:xfrm>
          <a:prstGeom prst="rect">
            <a:avLst/>
          </a:prstGeom>
        </p:spPr>
      </p:pic>
      <p:sp>
        <p:nvSpPr>
          <p:cNvPr id="4" name="ZoneTexte 3">
            <a:extLst>
              <a:ext uri="{FF2B5EF4-FFF2-40B4-BE49-F238E27FC236}">
                <a16:creationId xmlns:a16="http://schemas.microsoft.com/office/drawing/2014/main" id="{6C4E0911-DC10-ACCB-F363-F416116AAED4}"/>
              </a:ext>
            </a:extLst>
          </p:cNvPr>
          <p:cNvSpPr txBox="1"/>
          <p:nvPr/>
        </p:nvSpPr>
        <p:spPr>
          <a:xfrm>
            <a:off x="4102608" y="2956560"/>
            <a:ext cx="914400" cy="369332"/>
          </a:xfrm>
          <a:prstGeom prst="rect">
            <a:avLst/>
          </a:prstGeom>
          <a:noFill/>
        </p:spPr>
        <p:txBody>
          <a:bodyPr wrap="square" rtlCol="0">
            <a:spAutoFit/>
          </a:bodyPr>
          <a:lstStyle/>
          <a:p>
            <a:endParaRPr lang="fr-FR" dirty="0"/>
          </a:p>
        </p:txBody>
      </p:sp>
      <p:sp>
        <p:nvSpPr>
          <p:cNvPr id="5" name="ZoneTexte 4">
            <a:extLst>
              <a:ext uri="{FF2B5EF4-FFF2-40B4-BE49-F238E27FC236}">
                <a16:creationId xmlns:a16="http://schemas.microsoft.com/office/drawing/2014/main" id="{FF592BD0-02A1-608C-7970-794C0738863B}"/>
              </a:ext>
            </a:extLst>
          </p:cNvPr>
          <p:cNvSpPr txBox="1"/>
          <p:nvPr/>
        </p:nvSpPr>
        <p:spPr>
          <a:xfrm>
            <a:off x="4102608" y="2956560"/>
            <a:ext cx="914400" cy="369332"/>
          </a:xfrm>
          <a:prstGeom prst="rect">
            <a:avLst/>
          </a:prstGeom>
          <a:noFill/>
        </p:spPr>
        <p:txBody>
          <a:bodyPr wrap="square" rtlCol="0">
            <a:spAutoFit/>
          </a:bodyPr>
          <a:lstStyle/>
          <a:p>
            <a:endParaRPr lang="fr-FR" dirty="0"/>
          </a:p>
        </p:txBody>
      </p:sp>
      <p:sp>
        <p:nvSpPr>
          <p:cNvPr id="7" name="ZoneTexte 6">
            <a:extLst>
              <a:ext uri="{FF2B5EF4-FFF2-40B4-BE49-F238E27FC236}">
                <a16:creationId xmlns:a16="http://schemas.microsoft.com/office/drawing/2014/main" id="{D980AD25-85FB-9A37-69AE-374C8B5CCB2C}"/>
              </a:ext>
            </a:extLst>
          </p:cNvPr>
          <p:cNvSpPr txBox="1"/>
          <p:nvPr/>
        </p:nvSpPr>
        <p:spPr>
          <a:xfrm>
            <a:off x="-90472" y="2494018"/>
            <a:ext cx="4355976" cy="4085734"/>
          </a:xfrm>
          <a:prstGeom prst="rect">
            <a:avLst/>
          </a:prstGeom>
          <a:noFill/>
        </p:spPr>
        <p:txBody>
          <a:bodyPr wrap="square" rtlCol="0">
            <a:spAutoFit/>
          </a:bodyPr>
          <a:lstStyle/>
          <a:p>
            <a:r>
              <a:rPr lang="fr-FR" sz="1300" b="1" dirty="0">
                <a:solidFill>
                  <a:schemeClr val="tx2"/>
                </a:solidFill>
                <a:latin typeface="Times New Roman" panose="02020603050405020304" pitchFamily="18" charset="0"/>
                <a:cs typeface="Times New Roman" panose="02020603050405020304" pitchFamily="18" charset="0"/>
              </a:rPr>
              <a:t>Précision Globale (Accuracy) : </a:t>
            </a:r>
            <a:r>
              <a:rPr lang="fr-FR" sz="1300" b="1" dirty="0">
                <a:solidFill>
                  <a:srgbClr val="000000"/>
                </a:solidFill>
                <a:latin typeface="Calibri" panose="020F0502020204030204" pitchFamily="34" charset="0"/>
              </a:rPr>
              <a:t>99,63 %</a:t>
            </a:r>
            <a:r>
              <a:rPr lang="fr-FR" sz="1300" dirty="0">
                <a:solidFill>
                  <a:srgbClr val="000000"/>
                </a:solidFill>
                <a:latin typeface="Calibri" panose="020F0502020204030204" pitchFamily="34" charset="0"/>
              </a:rPr>
              <a:t> – Un taux d'erreur extrêmement faible</a:t>
            </a:r>
            <a:r>
              <a:rPr lang="fr-FR" sz="1300" b="1" dirty="0">
                <a:solidFill>
                  <a:srgbClr val="000000"/>
                </a:solidFill>
                <a:latin typeface="Calibri" panose="020F0502020204030204" pitchFamily="34" charset="0"/>
              </a:rPr>
              <a:t>(&lt;0,4%)</a:t>
            </a:r>
          </a:p>
          <a:p>
            <a:pPr indent="-283444">
              <a:lnSpc>
                <a:spcPct val="150000"/>
              </a:lnSpc>
            </a:pPr>
            <a:r>
              <a:rPr lang="fr-FR" sz="1300" b="1" dirty="0">
                <a:solidFill>
                  <a:schemeClr val="tx2"/>
                </a:solidFill>
                <a:latin typeface="Times New Roman" panose="02020603050405020304" pitchFamily="18" charset="0"/>
                <a:cs typeface="Times New Roman" panose="02020603050405020304" pitchFamily="18" charset="0"/>
              </a:rPr>
              <a:t>Analyse de la Matrice de Confusion :</a:t>
            </a:r>
            <a:endParaRPr lang="fr-FR" sz="1300" dirty="0">
              <a:solidFill>
                <a:schemeClr val="tx2"/>
              </a:solidFill>
            </a:endParaRPr>
          </a:p>
          <a:p>
            <a:pPr marL="621744" indent="-356590">
              <a:lnSpc>
                <a:spcPct val="150000"/>
              </a:lnSpc>
            </a:pPr>
            <a:r>
              <a:rPr lang="fr-FR" sz="1300" b="1" dirty="0">
                <a:solidFill>
                  <a:schemeClr val="tx2"/>
                </a:solidFill>
                <a:latin typeface="Calibri" panose="020F0502020204030204" pitchFamily="34" charset="0"/>
              </a:rPr>
              <a:t>Vrais Négatifs (VN) :</a:t>
            </a:r>
            <a:r>
              <a:rPr lang="fr-FR" sz="1300" dirty="0">
                <a:solidFill>
                  <a:schemeClr val="tx2"/>
                </a:solidFill>
                <a:latin typeface="Calibri" panose="020F0502020204030204" pitchFamily="34" charset="0"/>
              </a:rPr>
              <a:t> </a:t>
            </a:r>
            <a:r>
              <a:rPr lang="fr-FR" sz="1300" b="1" dirty="0">
                <a:solidFill>
                  <a:srgbClr val="000000"/>
                </a:solidFill>
                <a:latin typeface="Calibri" panose="020F0502020204030204" pitchFamily="34" charset="0"/>
              </a:rPr>
              <a:t>4 975 </a:t>
            </a:r>
            <a:r>
              <a:rPr lang="fr-FR" sz="1300" dirty="0">
                <a:solidFill>
                  <a:srgbClr val="000000"/>
                </a:solidFill>
                <a:latin typeface="Calibri" panose="020F0502020204030204" pitchFamily="34" charset="0"/>
              </a:rPr>
              <a:t>requêtes saines correctement identifiées.</a:t>
            </a:r>
            <a:endParaRPr lang="fr-FR" sz="1300" dirty="0"/>
          </a:p>
          <a:p>
            <a:pPr marL="621744" indent="-356590">
              <a:lnSpc>
                <a:spcPct val="150000"/>
              </a:lnSpc>
            </a:pPr>
            <a:r>
              <a:rPr lang="fr-FR" sz="1300" b="1" dirty="0">
                <a:solidFill>
                  <a:schemeClr val="tx2"/>
                </a:solidFill>
                <a:latin typeface="Calibri" panose="020F0502020204030204" pitchFamily="34" charset="0"/>
              </a:rPr>
              <a:t>Vrais Positifs (VP) :</a:t>
            </a:r>
            <a:r>
              <a:rPr lang="fr-FR" sz="1300" dirty="0">
                <a:solidFill>
                  <a:schemeClr val="tx2"/>
                </a:solidFill>
                <a:latin typeface="Calibri" panose="020F0502020204030204" pitchFamily="34" charset="0"/>
              </a:rPr>
              <a:t> </a:t>
            </a:r>
            <a:r>
              <a:rPr lang="fr-FR" sz="1300" b="1" dirty="0">
                <a:solidFill>
                  <a:srgbClr val="000000"/>
                </a:solidFill>
                <a:effectLst>
                  <a:outerShdw blurRad="38100" dist="38100" dir="2700000" algn="tl">
                    <a:srgbClr val="000000">
                      <a:alpha val="43137"/>
                    </a:srgbClr>
                  </a:outerShdw>
                </a:effectLst>
                <a:latin typeface="Calibri" panose="020F0502020204030204" pitchFamily="34" charset="0"/>
              </a:rPr>
              <a:t>4 988 </a:t>
            </a:r>
            <a:r>
              <a:rPr lang="fr-FR" sz="1300" dirty="0">
                <a:solidFill>
                  <a:srgbClr val="000000"/>
                </a:solidFill>
                <a:latin typeface="Calibri" panose="020F0502020204030204" pitchFamily="34" charset="0"/>
              </a:rPr>
              <a:t>attaques bloquées avec succès.</a:t>
            </a:r>
            <a:endParaRPr lang="fr-FR" sz="1300" dirty="0"/>
          </a:p>
          <a:p>
            <a:pPr marL="265156" indent="-265156">
              <a:lnSpc>
                <a:spcPct val="150000"/>
              </a:lnSpc>
            </a:pPr>
            <a:r>
              <a:rPr lang="fr-FR" sz="1300" b="1" dirty="0">
                <a:solidFill>
                  <a:schemeClr val="tx2"/>
                </a:solidFill>
                <a:latin typeface="Times New Roman" panose="02020603050405020304" pitchFamily="18" charset="0"/>
                <a:cs typeface="Times New Roman" panose="02020603050405020304" pitchFamily="18" charset="0"/>
              </a:rPr>
              <a:t>Fiabilité du Modèle :</a:t>
            </a:r>
            <a:endParaRPr lang="fr-FR" sz="1300" dirty="0">
              <a:solidFill>
                <a:schemeClr val="tx2"/>
              </a:solidFill>
            </a:endParaRPr>
          </a:p>
          <a:p>
            <a:pPr marL="621744" indent="-356590">
              <a:lnSpc>
                <a:spcPct val="150000"/>
              </a:lnSpc>
            </a:pPr>
            <a:r>
              <a:rPr lang="fr-FR" sz="1300" b="1" dirty="0">
                <a:solidFill>
                  <a:schemeClr val="tx2"/>
                </a:solidFill>
                <a:latin typeface="Calibri" panose="020F0502020204030204" pitchFamily="34" charset="0"/>
              </a:rPr>
              <a:t>Faux négatifs (FN) : </a:t>
            </a:r>
            <a:r>
              <a:rPr lang="fr-FR" sz="1300" dirty="0">
                <a:solidFill>
                  <a:srgbClr val="000000"/>
                </a:solidFill>
                <a:latin typeface="Calibri" panose="020F0502020204030204" pitchFamily="34" charset="0"/>
              </a:rPr>
              <a:t>Seulement </a:t>
            </a:r>
            <a:r>
              <a:rPr lang="fr-FR" sz="1300" b="1" dirty="0">
                <a:solidFill>
                  <a:srgbClr val="000000"/>
                </a:solidFill>
                <a:effectLst>
                  <a:outerShdw blurRad="38100" dist="38100" dir="2700000" algn="tl">
                    <a:srgbClr val="000000">
                      <a:alpha val="43137"/>
                    </a:srgbClr>
                  </a:outerShdw>
                </a:effectLst>
                <a:latin typeface="Calibri" panose="020F0502020204030204" pitchFamily="34" charset="0"/>
              </a:rPr>
              <a:t>12</a:t>
            </a:r>
            <a:r>
              <a:rPr lang="fr-FR" sz="1300" dirty="0">
                <a:solidFill>
                  <a:srgbClr val="000000"/>
                </a:solidFill>
                <a:latin typeface="Calibri" panose="020F0502020204030204" pitchFamily="34" charset="0"/>
              </a:rPr>
              <a:t> attaques manquées (Risque résiduel minime).</a:t>
            </a:r>
            <a:endParaRPr lang="fr-FR" sz="1300" dirty="0"/>
          </a:p>
          <a:p>
            <a:pPr marL="621744" indent="-356590">
              <a:lnSpc>
                <a:spcPct val="150000"/>
              </a:lnSpc>
            </a:pPr>
            <a:r>
              <a:rPr lang="fr-FR" sz="1300" b="1" dirty="0">
                <a:solidFill>
                  <a:schemeClr val="tx2"/>
                </a:solidFill>
                <a:latin typeface="Calibri" panose="020F0502020204030204" pitchFamily="34" charset="0"/>
              </a:rPr>
              <a:t>Faux Positifs (FP) :</a:t>
            </a:r>
            <a:r>
              <a:rPr lang="fr-FR" sz="1300" dirty="0">
                <a:solidFill>
                  <a:srgbClr val="000000"/>
                </a:solidFill>
                <a:latin typeface="Calibri" panose="020F0502020204030204" pitchFamily="34" charset="0"/>
              </a:rPr>
              <a:t> </a:t>
            </a:r>
            <a:r>
              <a:rPr lang="fr-FR" sz="1300" b="1" dirty="0">
                <a:solidFill>
                  <a:srgbClr val="000000"/>
                </a:solidFill>
                <a:effectLst>
                  <a:outerShdw blurRad="38100" dist="38100" dir="2700000" algn="tl">
                    <a:srgbClr val="000000">
                      <a:alpha val="43137"/>
                    </a:srgbClr>
                  </a:outerShdw>
                </a:effectLst>
                <a:latin typeface="Calibri" panose="020F0502020204030204" pitchFamily="34" charset="0"/>
              </a:rPr>
              <a:t>25</a:t>
            </a:r>
            <a:r>
              <a:rPr lang="fr-FR" sz="1300" dirty="0">
                <a:solidFill>
                  <a:srgbClr val="000000"/>
                </a:solidFill>
                <a:latin typeface="Calibri" panose="020F0502020204030204" pitchFamily="34" charset="0"/>
              </a:rPr>
              <a:t> alertes injustifiées (Impact négligeable sur l'expérience utilisateur).</a:t>
            </a:r>
            <a:endParaRPr lang="fr-FR" sz="1300" dirty="0"/>
          </a:p>
          <a:p>
            <a:r>
              <a:rPr lang="fr-FR" sz="1300" b="1" dirty="0">
                <a:solidFill>
                  <a:schemeClr val="tx2"/>
                </a:solidFill>
                <a:latin typeface="Times New Roman" panose="02020603050405020304" pitchFamily="18" charset="0"/>
                <a:cs typeface="Times New Roman" panose="02020603050405020304" pitchFamily="18" charset="0"/>
              </a:rPr>
              <a:t>Score de Rappel (Recall) :</a:t>
            </a:r>
            <a:r>
              <a:rPr lang="fr-FR" sz="1300" dirty="0">
                <a:solidFill>
                  <a:srgbClr val="000000"/>
                </a:solidFill>
                <a:latin typeface="Calibri" panose="020F0502020204030204" pitchFamily="34" charset="0"/>
              </a:rPr>
              <a:t> </a:t>
            </a:r>
            <a:r>
              <a:rPr lang="fr-FR" sz="1300" b="1" dirty="0">
                <a:solidFill>
                  <a:srgbClr val="000000"/>
                </a:solidFill>
                <a:latin typeface="Calibri" panose="020F0502020204030204" pitchFamily="34" charset="0"/>
              </a:rPr>
              <a:t>99,76 %</a:t>
            </a:r>
            <a:r>
              <a:rPr lang="fr-FR" sz="1300" dirty="0">
                <a:solidFill>
                  <a:srgbClr val="000000"/>
                </a:solidFill>
                <a:latin typeface="Calibri" panose="020F0502020204030204" pitchFamily="34" charset="0"/>
              </a:rPr>
              <a:t> – Capacité quasi-totale à détecter les </a:t>
            </a:r>
            <a:r>
              <a:rPr lang="fr-FR" sz="1350" dirty="0">
                <a:solidFill>
                  <a:srgbClr val="000000"/>
                </a:solidFill>
                <a:latin typeface="Calibri" panose="020F0502020204030204" pitchFamily="34" charset="0"/>
              </a:rPr>
              <a:t>injections SQL, même complexes ou obfusquées.</a:t>
            </a:r>
            <a:endParaRPr lang="fr-FR" sz="1350" dirty="0"/>
          </a:p>
          <a:p>
            <a:endParaRPr lang="fr-FR" dirty="0"/>
          </a:p>
        </p:txBody>
      </p:sp>
      <p:pic>
        <p:nvPicPr>
          <p:cNvPr id="3" name="Picture 2" descr="Owasp Logo Flat2 Icon &lt; Cydrill Software Security">
            <a:extLst>
              <a:ext uri="{FF2B5EF4-FFF2-40B4-BE49-F238E27FC236}">
                <a16:creationId xmlns:a16="http://schemas.microsoft.com/office/drawing/2014/main" id="{28EB1032-9D8E-25D9-46A4-C379ADC03BC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394339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6">
                                            <p:txEl>
                                              <p:pRg st="1" end="1"/>
                                            </p:txEl>
                                          </p:spTgt>
                                        </p:tgtEl>
                                        <p:attrNameLst>
                                          <p:attrName>style.visibility</p:attrName>
                                        </p:attrNameLst>
                                      </p:cBhvr>
                                      <p:to>
                                        <p:strVal val="visible"/>
                                      </p:to>
                                    </p:set>
                                    <p:animEffect transition="in" filter="fade">
                                      <p:cBhvr>
                                        <p:cTn id="14" dur="1000"/>
                                        <p:tgtEl>
                                          <p:spTgt spid="26">
                                            <p:txEl>
                                              <p:pRg st="1" end="1"/>
                                            </p:txEl>
                                          </p:spTgt>
                                        </p:tgtEl>
                                      </p:cBhvr>
                                    </p:animEffect>
                                    <p:anim calcmode="lin" valueType="num">
                                      <p:cBhvr>
                                        <p:cTn id="15" dur="1000" fill="hold"/>
                                        <p:tgtEl>
                                          <p:spTgt spid="26">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6">
                                            <p:txEl>
                                              <p:pRg st="1" end="1"/>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26">
                                            <p:txEl>
                                              <p:pRg st="2" end="2"/>
                                            </p:txEl>
                                          </p:spTgt>
                                        </p:tgtEl>
                                        <p:attrNameLst>
                                          <p:attrName>style.visibility</p:attrName>
                                        </p:attrNameLst>
                                      </p:cBhvr>
                                      <p:to>
                                        <p:strVal val="visible"/>
                                      </p:to>
                                    </p:set>
                                    <p:animEffect transition="in" filter="fade">
                                      <p:cBhvr>
                                        <p:cTn id="19" dur="1000"/>
                                        <p:tgtEl>
                                          <p:spTgt spid="26">
                                            <p:txEl>
                                              <p:pRg st="2" end="2"/>
                                            </p:txEl>
                                          </p:spTgt>
                                        </p:tgtEl>
                                      </p:cBhvr>
                                    </p:animEffect>
                                    <p:anim calcmode="lin" valueType="num">
                                      <p:cBhvr>
                                        <p:cTn id="20"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21"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26">
                                            <p:txEl>
                                              <p:pRg st="3" end="3"/>
                                            </p:txEl>
                                          </p:spTgt>
                                        </p:tgtEl>
                                        <p:attrNameLst>
                                          <p:attrName>style.visibility</p:attrName>
                                        </p:attrNameLst>
                                      </p:cBhvr>
                                      <p:to>
                                        <p:strVal val="visible"/>
                                      </p:to>
                                    </p:set>
                                    <p:animEffect transition="in" filter="fade">
                                      <p:cBhvr>
                                        <p:cTn id="24" dur="1000"/>
                                        <p:tgtEl>
                                          <p:spTgt spid="26">
                                            <p:txEl>
                                              <p:pRg st="3" end="3"/>
                                            </p:txEl>
                                          </p:spTgt>
                                        </p:tgtEl>
                                      </p:cBhvr>
                                    </p:animEffect>
                                    <p:anim calcmode="lin" valueType="num">
                                      <p:cBhvr>
                                        <p:cTn id="25"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6">
                                            <p:txEl>
                                              <p:pRg st="4" end="4"/>
                                            </p:txEl>
                                          </p:spTgt>
                                        </p:tgtEl>
                                        <p:attrNameLst>
                                          <p:attrName>style.visibility</p:attrName>
                                        </p:attrNameLst>
                                      </p:cBhvr>
                                      <p:to>
                                        <p:strVal val="visible"/>
                                      </p:to>
                                    </p:set>
                                    <p:animEffect transition="in" filter="fade">
                                      <p:cBhvr>
                                        <p:cTn id="29" dur="1000"/>
                                        <p:tgtEl>
                                          <p:spTgt spid="26">
                                            <p:txEl>
                                              <p:pRg st="4" end="4"/>
                                            </p:txEl>
                                          </p:spTgt>
                                        </p:tgtEl>
                                      </p:cBhvr>
                                    </p:animEffect>
                                    <p:anim calcmode="lin" valueType="num">
                                      <p:cBhvr>
                                        <p:cTn id="30"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26">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26">
                                            <p:txEl>
                                              <p:pRg st="5" end="5"/>
                                            </p:txEl>
                                          </p:spTgt>
                                        </p:tgtEl>
                                        <p:attrNameLst>
                                          <p:attrName>style.visibility</p:attrName>
                                        </p:attrNameLst>
                                      </p:cBhvr>
                                      <p:to>
                                        <p:strVal val="visible"/>
                                      </p:to>
                                    </p:set>
                                    <p:animEffect transition="in" filter="fade">
                                      <p:cBhvr>
                                        <p:cTn id="34" dur="1000"/>
                                        <p:tgtEl>
                                          <p:spTgt spid="26">
                                            <p:txEl>
                                              <p:pRg st="5" end="5"/>
                                            </p:txEl>
                                          </p:spTgt>
                                        </p:tgtEl>
                                      </p:cBhvr>
                                    </p:animEffect>
                                    <p:anim calcmode="lin" valueType="num">
                                      <p:cBhvr>
                                        <p:cTn id="35" dur="1000" fill="hold"/>
                                        <p:tgtEl>
                                          <p:spTgt spid="26">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26">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7"/>
                                        </p:tgtEl>
                                        <p:attrNameLst>
                                          <p:attrName>style.visibility</p:attrName>
                                        </p:attrNameLst>
                                      </p:cBhvr>
                                      <p:to>
                                        <p:strVal val="visible"/>
                                      </p:to>
                                    </p:set>
                                    <p:animEffect transition="in" filter="fade">
                                      <p:cBhvr>
                                        <p:cTn id="41" dur="1000"/>
                                        <p:tgtEl>
                                          <p:spTgt spid="7"/>
                                        </p:tgtEl>
                                      </p:cBhvr>
                                    </p:animEffect>
                                    <p:anim calcmode="lin" valueType="num">
                                      <p:cBhvr>
                                        <p:cTn id="42" dur="1000" fill="hold"/>
                                        <p:tgtEl>
                                          <p:spTgt spid="7"/>
                                        </p:tgtEl>
                                        <p:attrNameLst>
                                          <p:attrName>ppt_x</p:attrName>
                                        </p:attrNameLst>
                                      </p:cBhvr>
                                      <p:tavLst>
                                        <p:tav tm="0">
                                          <p:val>
                                            <p:strVal val="#ppt_x"/>
                                          </p:val>
                                        </p:tav>
                                        <p:tav tm="100000">
                                          <p:val>
                                            <p:strVal val="#ppt_x"/>
                                          </p:val>
                                        </p:tav>
                                      </p:tavLst>
                                    </p:anim>
                                    <p:anim calcmode="lin" valueType="num">
                                      <p:cBhvr>
                                        <p:cTn id="4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fade">
                                      <p:cBhvr>
                                        <p:cTn id="48" dur="1000"/>
                                        <p:tgtEl>
                                          <p:spTgt spid="2"/>
                                        </p:tgtEl>
                                      </p:cBhvr>
                                    </p:animEffect>
                                    <p:anim calcmode="lin" valueType="num">
                                      <p:cBhvr>
                                        <p:cTn id="49" dur="1000" fill="hold"/>
                                        <p:tgtEl>
                                          <p:spTgt spid="2"/>
                                        </p:tgtEl>
                                        <p:attrNameLst>
                                          <p:attrName>ppt_x</p:attrName>
                                        </p:attrNameLst>
                                      </p:cBhvr>
                                      <p:tavLst>
                                        <p:tav tm="0">
                                          <p:val>
                                            <p:strVal val="#ppt_x"/>
                                          </p:val>
                                        </p:tav>
                                        <p:tav tm="100000">
                                          <p:val>
                                            <p:strVal val="#ppt_x"/>
                                          </p:val>
                                        </p:tav>
                                      </p:tavLst>
                                    </p:anim>
                                    <p:anim calcmode="lin" valueType="num">
                                      <p:cBhvr>
                                        <p:cTn id="5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26429-0B00-C2A9-6225-67D8A1A5B5BF}"/>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DA9C1307-FA93-12F0-EE08-E55E0DAF44EE}"/>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26</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7355E2C7-5995-9646-897B-9F5B3DF0A239}"/>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7AA5BB84-9399-5936-FFAD-05C37366A0A6}"/>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623B749D-F698-330C-97FB-0DF44E15851B}"/>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71DC2DFF-CACF-DBA1-E0B5-50B9A136D4DC}"/>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D1DC7F81-79EA-8867-B281-816E07BE70A5}"/>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D36CD9D3-A9F9-F0F6-6920-78A27CA1CC01}"/>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26</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1672D2F8-5B3A-7636-6848-5F7EFE95674E}"/>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352F199A-3E55-A40F-9040-5EF9BB644BCE}"/>
              </a:ext>
            </a:extLst>
          </p:cNvPr>
          <p:cNvSpPr txBox="1">
            <a:spLocks noGrp="1"/>
          </p:cNvSpPr>
          <p:nvPr/>
        </p:nvSpPr>
        <p:spPr bwMode="auto">
          <a:xfrm>
            <a:off x="209552" y="6491303"/>
            <a:ext cx="4650480"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71695885-8C81-29EE-C5AD-FB869AC63461}"/>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83CF5D93-E1FE-32F8-77C0-73347532487B}"/>
              </a:ext>
            </a:extLst>
          </p:cNvPr>
          <p:cNvSpPr txBox="1">
            <a:spLocks noChangeArrowheads="1"/>
          </p:cNvSpPr>
          <p:nvPr/>
        </p:nvSpPr>
        <p:spPr bwMode="auto">
          <a:xfrm>
            <a:off x="0" y="412747"/>
            <a:ext cx="9144000" cy="2766398"/>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Validation par Stress Test : Confrontation à SQLMap</a:t>
            </a:r>
          </a:p>
          <a:p>
            <a:pPr>
              <a:lnSpc>
                <a:spcPct val="150000"/>
              </a:lnSpc>
            </a:pPr>
            <a:r>
              <a:rPr lang="fr-FR" sz="2000" b="1" dirty="0">
                <a:solidFill>
                  <a:schemeClr val="tx2"/>
                </a:solidFill>
                <a:latin typeface="Times New Roman" panose="02020603050405020304" pitchFamily="18" charset="0"/>
                <a:cs typeface="Times New Roman" panose="02020603050405020304" pitchFamily="18" charset="0"/>
              </a:rPr>
              <a:t>Protocole d'Attaque (Pentest)</a:t>
            </a:r>
          </a:p>
          <a:p>
            <a:pPr marL="342874" indent="-342874">
              <a:lnSpc>
                <a:spcPct val="150000"/>
              </a:lnSpc>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Outil</a:t>
            </a: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SQLMap v1.8.2 (Référence mondiale en injection SQL).</a:t>
            </a:r>
            <a:endParaRPr lang="fr-FR" sz="2000" b="1" dirty="0">
              <a:solidFill>
                <a:schemeClr val="tx2"/>
              </a:solidFill>
              <a:latin typeface="Times New Roman" panose="02020603050405020304" pitchFamily="18" charset="0"/>
              <a:cs typeface="Times New Roman" panose="02020603050405020304" pitchFamily="18" charset="0"/>
            </a:endParaRPr>
          </a:p>
          <a:p>
            <a:pPr marL="342874" indent="-342874">
              <a:lnSpc>
                <a:spcPct val="150000"/>
              </a:lnSpc>
              <a:buFont typeface="Arial" panose="020B0604020202020204" pitchFamily="34" charset="0"/>
              <a:buChar char="•"/>
            </a:pPr>
            <a:r>
              <a:rPr lang="en-US" sz="2000" b="1" dirty="0">
                <a:solidFill>
                  <a:schemeClr val="tx2"/>
                </a:solidFill>
                <a:latin typeface="Times New Roman" panose="02020603050405020304" pitchFamily="18" charset="0"/>
                <a:cs typeface="Times New Roman" panose="02020603050405020304" pitchFamily="18" charset="0"/>
              </a:rPr>
              <a:t>Vecteurs testés </a:t>
            </a:r>
            <a:r>
              <a:rPr lang="en-US" sz="2000" b="1" dirty="0">
                <a:latin typeface="Times New Roman" panose="02020603050405020304" pitchFamily="18" charset="0"/>
                <a:cs typeface="Times New Roman" panose="02020603050405020304" pitchFamily="18" charset="0"/>
              </a:rPr>
              <a:t>:</a:t>
            </a:r>
            <a:r>
              <a:rPr lang="en-US" sz="2000" dirty="0">
                <a:latin typeface="Times New Roman" panose="02020603050405020304" pitchFamily="18" charset="0"/>
                <a:cs typeface="Times New Roman" panose="02020603050405020304" pitchFamily="18" charset="0"/>
              </a:rPr>
              <a:t> Blind SQLi, Error-based, Union-based, Stacked queries.</a:t>
            </a:r>
            <a:endParaRPr lang="fr-FR" sz="2000" b="1" dirty="0">
              <a:solidFill>
                <a:schemeClr val="tx2"/>
              </a:solidFill>
              <a:latin typeface="Times New Roman" panose="02020603050405020304" pitchFamily="18" charset="0"/>
              <a:cs typeface="Times New Roman" panose="02020603050405020304" pitchFamily="18" charset="0"/>
            </a:endParaRPr>
          </a:p>
          <a:p>
            <a:pPr marL="342874" indent="-342874">
              <a:lnSpc>
                <a:spcPct val="150000"/>
              </a:lnSpc>
              <a:buFont typeface="Arial" panose="020B0604020202020204" pitchFamily="34" charset="0"/>
              <a:buChar char="•"/>
            </a:pPr>
            <a:r>
              <a:rPr lang="fr-FR" sz="2000" b="1" dirty="0">
                <a:solidFill>
                  <a:schemeClr val="tx2"/>
                </a:solidFill>
                <a:latin typeface="Times New Roman" panose="02020603050405020304" pitchFamily="18" charset="0"/>
                <a:cs typeface="Times New Roman" panose="02020603050405020304" pitchFamily="18" charset="0"/>
              </a:rPr>
              <a:t>Configuration</a:t>
            </a:r>
            <a:r>
              <a:rPr lang="fr-FR" sz="2000" b="1" dirty="0">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 Niveau d'agression maximum</a:t>
            </a:r>
            <a:r>
              <a:rPr lang="fr-FR" sz="20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(--level 5 --risk 3</a:t>
            </a:r>
            <a:r>
              <a:rPr lang="fr-FR" sz="2000" dirty="0">
                <a:latin typeface="Times New Roman" panose="02020603050405020304" pitchFamily="18" charset="0"/>
                <a:cs typeface="Times New Roman" panose="02020603050405020304" pitchFamily="18" charset="0"/>
              </a:rPr>
              <a:t>)</a:t>
            </a:r>
            <a:endParaRPr lang="fr-FR" sz="2000" b="1"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fr-FR" b="1" dirty="0">
              <a:latin typeface="Times New Roman" panose="02020603050405020304" pitchFamily="18" charset="0"/>
              <a:cs typeface="Times New Roman" panose="02020603050405020304" pitchFamily="18" charset="0"/>
            </a:endParaRPr>
          </a:p>
        </p:txBody>
      </p:sp>
      <p:graphicFrame>
        <p:nvGraphicFramePr>
          <p:cNvPr id="23" name="Tableau 22">
            <a:extLst>
              <a:ext uri="{FF2B5EF4-FFF2-40B4-BE49-F238E27FC236}">
                <a16:creationId xmlns:a16="http://schemas.microsoft.com/office/drawing/2014/main" id="{D13665F6-DF3D-0B1F-13AD-526EE3C7070D}"/>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3" name="Image 2">
            <a:extLst>
              <a:ext uri="{FF2B5EF4-FFF2-40B4-BE49-F238E27FC236}">
                <a16:creationId xmlns:a16="http://schemas.microsoft.com/office/drawing/2014/main" id="{E983825B-0DA2-1E40-B1DC-80FD45820D6D}"/>
              </a:ext>
            </a:extLst>
          </p:cNvPr>
          <p:cNvPicPr>
            <a:picLocks noChangeAspect="1"/>
          </p:cNvPicPr>
          <p:nvPr/>
        </p:nvPicPr>
        <p:blipFill>
          <a:blip r:embed="rId3"/>
          <a:stretch>
            <a:fillRect/>
          </a:stretch>
        </p:blipFill>
        <p:spPr>
          <a:xfrm>
            <a:off x="3332379" y="2780947"/>
            <a:ext cx="5789931" cy="3518265"/>
          </a:xfrm>
          <a:prstGeom prst="rect">
            <a:avLst/>
          </a:prstGeom>
        </p:spPr>
      </p:pic>
      <p:sp>
        <p:nvSpPr>
          <p:cNvPr id="4" name="ZoneTexte 3">
            <a:extLst>
              <a:ext uri="{FF2B5EF4-FFF2-40B4-BE49-F238E27FC236}">
                <a16:creationId xmlns:a16="http://schemas.microsoft.com/office/drawing/2014/main" id="{B84CF4AD-4337-02DB-2DD2-F95AC0FB574A}"/>
              </a:ext>
            </a:extLst>
          </p:cNvPr>
          <p:cNvSpPr txBox="1"/>
          <p:nvPr/>
        </p:nvSpPr>
        <p:spPr>
          <a:xfrm>
            <a:off x="154002" y="2993500"/>
            <a:ext cx="2977853" cy="3394647"/>
          </a:xfrm>
          <a:prstGeom prst="rect">
            <a:avLst/>
          </a:prstGeom>
          <a:noFill/>
        </p:spPr>
        <p:txBody>
          <a:bodyPr wrap="square" rtlCol="0">
            <a:spAutoFit/>
          </a:bodyPr>
          <a:lstStyle/>
          <a:p>
            <a:r>
              <a:rPr lang="fr-FR" sz="1951" b="1" dirty="0">
                <a:latin typeface="Times New Roman" panose="02020603050405020304" pitchFamily="18" charset="0"/>
                <a:cs typeface="Times New Roman" panose="02020603050405020304" pitchFamily="18" charset="0"/>
              </a:rPr>
              <a:t>Commande utilisée (ex.) :</a:t>
            </a:r>
          </a:p>
          <a:p>
            <a:r>
              <a:rPr lang="fr-FR" sz="1951"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sqlmap -u "http://127.0.0.1/projet_tutoré_inf/app/login.php" --data="username=admin&amp;password=test&amp;_token=PLACEHOLDER" -p username --cookie="PHPSESSID=..." --batch --level=5 --risk=3 --dbs</a:t>
            </a:r>
          </a:p>
        </p:txBody>
      </p:sp>
      <p:pic>
        <p:nvPicPr>
          <p:cNvPr id="2" name="Picture 2" descr="Owasp Logo Flat2 Icon &lt; Cydrill Software Security">
            <a:extLst>
              <a:ext uri="{FF2B5EF4-FFF2-40B4-BE49-F238E27FC236}">
                <a16:creationId xmlns:a16="http://schemas.microsoft.com/office/drawing/2014/main" id="{CF3F3260-B3B7-8425-1D73-CB27DBFB891F}"/>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131973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0" end="0"/>
                                            </p:txEl>
                                          </p:spTgt>
                                        </p:tgtEl>
                                        <p:attrNameLst>
                                          <p:attrName>style.visibility</p:attrName>
                                        </p:attrNameLst>
                                      </p:cBhvr>
                                      <p:to>
                                        <p:strVal val="visible"/>
                                      </p:to>
                                    </p:set>
                                    <p:animEffect transition="in" filter="fade">
                                      <p:cBhvr>
                                        <p:cTn id="7" dur="1000"/>
                                        <p:tgtEl>
                                          <p:spTgt spid="26">
                                            <p:txEl>
                                              <p:pRg st="0" end="0"/>
                                            </p:txEl>
                                          </p:spTgt>
                                        </p:tgtEl>
                                      </p:cBhvr>
                                    </p:animEffect>
                                    <p:anim calcmode="lin" valueType="num">
                                      <p:cBhvr>
                                        <p:cTn id="8" dur="1000" fill="hold"/>
                                        <p:tgtEl>
                                          <p:spTgt spid="26">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26">
                                            <p:txEl>
                                              <p:pRg st="2" end="2"/>
                                            </p:txEl>
                                          </p:spTgt>
                                        </p:tgtEl>
                                        <p:attrNameLst>
                                          <p:attrName>style.visibility</p:attrName>
                                        </p:attrNameLst>
                                      </p:cBhvr>
                                      <p:to>
                                        <p:strVal val="visible"/>
                                      </p:to>
                                    </p:set>
                                    <p:animEffect transition="in" filter="fade">
                                      <p:cBhvr>
                                        <p:cTn id="12" dur="1000"/>
                                        <p:tgtEl>
                                          <p:spTgt spid="26">
                                            <p:txEl>
                                              <p:pRg st="2" end="2"/>
                                            </p:txEl>
                                          </p:spTgt>
                                        </p:tgtEl>
                                      </p:cBhvr>
                                    </p:animEffect>
                                    <p:anim calcmode="lin" valueType="num">
                                      <p:cBhvr>
                                        <p:cTn id="13" dur="1000" fill="hold"/>
                                        <p:tgtEl>
                                          <p:spTgt spid="26">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26">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26">
                                            <p:txEl>
                                              <p:pRg st="3" end="3"/>
                                            </p:txEl>
                                          </p:spTgt>
                                        </p:tgtEl>
                                        <p:attrNameLst>
                                          <p:attrName>style.visibility</p:attrName>
                                        </p:attrNameLst>
                                      </p:cBhvr>
                                      <p:to>
                                        <p:strVal val="visible"/>
                                      </p:to>
                                    </p:set>
                                    <p:animEffect transition="in" filter="fade">
                                      <p:cBhvr>
                                        <p:cTn id="17" dur="1000"/>
                                        <p:tgtEl>
                                          <p:spTgt spid="26">
                                            <p:txEl>
                                              <p:pRg st="3" end="3"/>
                                            </p:txEl>
                                          </p:spTgt>
                                        </p:tgtEl>
                                      </p:cBhvr>
                                    </p:animEffect>
                                    <p:anim calcmode="lin" valueType="num">
                                      <p:cBhvr>
                                        <p:cTn id="18" dur="1000" fill="hold"/>
                                        <p:tgtEl>
                                          <p:spTgt spid="26">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26">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26">
                                            <p:txEl>
                                              <p:pRg st="4" end="4"/>
                                            </p:txEl>
                                          </p:spTgt>
                                        </p:tgtEl>
                                        <p:attrNameLst>
                                          <p:attrName>style.visibility</p:attrName>
                                        </p:attrNameLst>
                                      </p:cBhvr>
                                      <p:to>
                                        <p:strVal val="visible"/>
                                      </p:to>
                                    </p:set>
                                    <p:animEffect transition="in" filter="fade">
                                      <p:cBhvr>
                                        <p:cTn id="22" dur="1000"/>
                                        <p:tgtEl>
                                          <p:spTgt spid="26">
                                            <p:txEl>
                                              <p:pRg st="4" end="4"/>
                                            </p:txEl>
                                          </p:spTgt>
                                        </p:tgtEl>
                                      </p:cBhvr>
                                    </p:animEffect>
                                    <p:anim calcmode="lin" valueType="num">
                                      <p:cBhvr>
                                        <p:cTn id="23" dur="1000" fill="hold"/>
                                        <p:tgtEl>
                                          <p:spTgt spid="26">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26">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visible"/>
                                      </p:to>
                                    </p:set>
                                    <p:animEffect transition="in" filter="fade">
                                      <p:cBhvr>
                                        <p:cTn id="29" dur="1000"/>
                                        <p:tgtEl>
                                          <p:spTgt spid="4">
                                            <p:txEl>
                                              <p:pRg st="0" end="0"/>
                                            </p:txEl>
                                          </p:spTgt>
                                        </p:tgtEl>
                                      </p:cBhvr>
                                    </p:animEffect>
                                    <p:anim calcmode="lin" valueType="num">
                                      <p:cBhvr>
                                        <p:cTn id="3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0" end="0"/>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4">
                                            <p:txEl>
                                              <p:pRg st="1" end="1"/>
                                            </p:txEl>
                                          </p:spTgt>
                                        </p:tgtEl>
                                        <p:attrNameLst>
                                          <p:attrName>style.visibility</p:attrName>
                                        </p:attrNameLst>
                                      </p:cBhvr>
                                      <p:to>
                                        <p:strVal val="visible"/>
                                      </p:to>
                                    </p:set>
                                    <p:animEffect transition="in" filter="fade">
                                      <p:cBhvr>
                                        <p:cTn id="34" dur="1000"/>
                                        <p:tgtEl>
                                          <p:spTgt spid="4">
                                            <p:txEl>
                                              <p:pRg st="1" end="1"/>
                                            </p:txEl>
                                          </p:spTgt>
                                        </p:tgtEl>
                                      </p:cBhvr>
                                    </p:animEffect>
                                    <p:anim calcmode="lin" valueType="num">
                                      <p:cBhvr>
                                        <p:cTn id="3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3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3"/>
                                        </p:tgtEl>
                                        <p:attrNameLst>
                                          <p:attrName>style.visibility</p:attrName>
                                        </p:attrNameLst>
                                      </p:cBhvr>
                                      <p:to>
                                        <p:strVal val="visible"/>
                                      </p:to>
                                    </p:set>
                                    <p:animEffect transition="in" filter="fade">
                                      <p:cBhvr>
                                        <p:cTn id="41" dur="1000"/>
                                        <p:tgtEl>
                                          <p:spTgt spid="3"/>
                                        </p:tgtEl>
                                      </p:cBhvr>
                                    </p:animEffect>
                                    <p:anim calcmode="lin" valueType="num">
                                      <p:cBhvr>
                                        <p:cTn id="42" dur="1000" fill="hold"/>
                                        <p:tgtEl>
                                          <p:spTgt spid="3"/>
                                        </p:tgtEl>
                                        <p:attrNameLst>
                                          <p:attrName>ppt_x</p:attrName>
                                        </p:attrNameLst>
                                      </p:cBhvr>
                                      <p:tavLst>
                                        <p:tav tm="0">
                                          <p:val>
                                            <p:strVal val="#ppt_x"/>
                                          </p:val>
                                        </p:tav>
                                        <p:tav tm="100000">
                                          <p:val>
                                            <p:strVal val="#ppt_x"/>
                                          </p:val>
                                        </p:tav>
                                      </p:tavLst>
                                    </p:anim>
                                    <p:anim calcmode="lin" valueType="num">
                                      <p:cBhvr>
                                        <p:cTn id="4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11D53-41A0-BB22-DD38-309BF86AE828}"/>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56A7F48A-876B-EF24-755D-CEB701821B88}"/>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27</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D8B8D1E1-04DC-3117-197D-73EEC4B37A24}"/>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E3E208C6-D0BF-2348-DB02-4D7B24DCCACC}"/>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B6CF7F75-EF96-A8CD-7FCE-59E383DA03FA}"/>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2EA71FB6-3B29-78B5-7354-443F91916841}"/>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3929C51D-7BD5-A489-C513-158786ABF6AD}"/>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61722CF6-DA50-8F06-030A-C7F40097363A}"/>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27</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1617BAE9-6020-CB0E-6819-8D7209EFE9E6}"/>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6A593B58-6356-9408-07A6-F528C3B3ACF2}"/>
              </a:ext>
            </a:extLst>
          </p:cNvPr>
          <p:cNvSpPr txBox="1">
            <a:spLocks noGrp="1"/>
          </p:cNvSpPr>
          <p:nvPr/>
        </p:nvSpPr>
        <p:spPr bwMode="auto">
          <a:xfrm>
            <a:off x="209552" y="6491303"/>
            <a:ext cx="4650480"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433BAE5D-2FC8-04E6-8486-99EEAE73191A}"/>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76306096-23AE-D1D8-6999-91D99B2C34CE}"/>
              </a:ext>
            </a:extLst>
          </p:cNvPr>
          <p:cNvSpPr txBox="1">
            <a:spLocks noChangeArrowheads="1"/>
          </p:cNvSpPr>
          <p:nvPr/>
        </p:nvSpPr>
        <p:spPr bwMode="auto">
          <a:xfrm>
            <a:off x="0" y="412747"/>
            <a:ext cx="9144000" cy="3316742"/>
          </a:xfrm>
          <a:prstGeom prst="rect">
            <a:avLst/>
          </a:prstGeom>
          <a:noFill/>
          <a:ln w="9525">
            <a:noFill/>
            <a:miter lim="800000"/>
            <a:headEnd/>
            <a:tailEnd/>
          </a:ln>
        </p:spPr>
        <p:txBody>
          <a:bodyPr wrap="square">
            <a:prstTxWarp prst="textNoShape">
              <a:avLst/>
            </a:prstTxWarp>
            <a:spAutoFit/>
          </a:bodyPr>
          <a:lstStyle/>
          <a:p>
            <a:pPr>
              <a:lnSpc>
                <a:spcPct val="150000"/>
              </a:lnSpc>
            </a:pPr>
            <a:endParaRPr lang="fr-FR" b="1" dirty="0">
              <a:latin typeface="Times New Roman" panose="02020603050405020304" pitchFamily="18" charset="0"/>
              <a:cs typeface="Times New Roman" panose="02020603050405020304" pitchFamily="18" charset="0"/>
            </a:endParaRPr>
          </a:p>
          <a:p>
            <a:pPr>
              <a:lnSpc>
                <a:spcPct val="150000"/>
              </a:lnSpc>
            </a:pPr>
            <a:endParaRPr lang="fr-FR" b="1" dirty="0">
              <a:latin typeface="Times New Roman" panose="02020603050405020304" pitchFamily="18" charset="0"/>
              <a:cs typeface="Times New Roman" panose="02020603050405020304" pitchFamily="18" charset="0"/>
            </a:endParaRPr>
          </a:p>
          <a:p>
            <a:pPr>
              <a:lnSpc>
                <a:spcPct val="150000"/>
              </a:lnSpc>
            </a:pPr>
            <a:endParaRPr lang="fr-FR" b="1" dirty="0">
              <a:latin typeface="Times New Roman" panose="02020603050405020304" pitchFamily="18" charset="0"/>
              <a:cs typeface="Times New Roman" panose="02020603050405020304" pitchFamily="18" charset="0"/>
            </a:endParaRPr>
          </a:p>
          <a:p>
            <a:pPr>
              <a:lnSpc>
                <a:spcPct val="150000"/>
              </a:lnSpc>
            </a:pPr>
            <a:endParaRPr lang="fr-FR" b="1" dirty="0">
              <a:latin typeface="Times New Roman" panose="02020603050405020304" pitchFamily="18" charset="0"/>
              <a:cs typeface="Times New Roman" panose="02020603050405020304" pitchFamily="18" charset="0"/>
            </a:endParaRPr>
          </a:p>
          <a:p>
            <a:pPr>
              <a:lnSpc>
                <a:spcPct val="150000"/>
              </a:lnSpc>
            </a:pPr>
            <a:endParaRPr lang="fr-FR" b="1" dirty="0">
              <a:latin typeface="Times New Roman" panose="02020603050405020304" pitchFamily="18" charset="0"/>
              <a:cs typeface="Times New Roman" panose="02020603050405020304" pitchFamily="18" charset="0"/>
            </a:endParaRPr>
          </a:p>
          <a:p>
            <a:pPr>
              <a:lnSpc>
                <a:spcPct val="150000"/>
              </a:lnSpc>
            </a:pPr>
            <a:endParaRPr lang="fr-FR" b="1" dirty="0">
              <a:latin typeface="Times New Roman" panose="02020603050405020304" pitchFamily="18" charset="0"/>
              <a:cs typeface="Times New Roman" panose="02020603050405020304" pitchFamily="18" charset="0"/>
            </a:endParaRPr>
          </a:p>
          <a:p>
            <a:pPr algn="ctr">
              <a:lnSpc>
                <a:spcPct val="150000"/>
              </a:lnSpc>
            </a:pPr>
            <a:r>
              <a:rPr lang="fr-FR" sz="3600" b="1" dirty="0">
                <a:latin typeface="Times New Roman" panose="02020603050405020304" pitchFamily="18" charset="0"/>
                <a:cs typeface="Times New Roman" panose="02020603050405020304" pitchFamily="18" charset="0"/>
              </a:rPr>
              <a:t>Démonstration !</a:t>
            </a:r>
          </a:p>
        </p:txBody>
      </p:sp>
      <p:graphicFrame>
        <p:nvGraphicFramePr>
          <p:cNvPr id="23" name="Tableau 22">
            <a:extLst>
              <a:ext uri="{FF2B5EF4-FFF2-40B4-BE49-F238E27FC236}">
                <a16:creationId xmlns:a16="http://schemas.microsoft.com/office/drawing/2014/main" id="{CC89C796-192B-E02A-64FF-D9089A865CCE}"/>
              </a:ext>
            </a:extLst>
          </p:cNvPr>
          <p:cNvGraphicFramePr>
            <a:graphicFrameLocks noGrp="1"/>
          </p:cNvGraphicFramePr>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Etat de l’art </a:t>
                      </a:r>
                    </a:p>
                  </a:txBody>
                  <a:tcPr/>
                </a:tc>
                <a:tc>
                  <a:txBody>
                    <a:bodyPr/>
                    <a:lstStyle/>
                    <a:p>
                      <a:pPr algn="ctr"/>
                      <a:r>
                        <a:rPr lang="fr-FR" sz="1500" dirty="0">
                          <a:solidFill>
                            <a:schemeClr val="accent1"/>
                          </a:solidFill>
                        </a:rPr>
                        <a:t>Solution Proposée</a:t>
                      </a:r>
                    </a:p>
                  </a:txBody>
                  <a:tcPr>
                    <a:solidFill>
                      <a:schemeClr val="bg1"/>
                    </a:solidFill>
                  </a:tcPr>
                </a:tc>
                <a:tc>
                  <a:txBody>
                    <a:bodyPr/>
                    <a:lstStyle/>
                    <a:p>
                      <a:pPr algn="ctr"/>
                      <a:r>
                        <a:rPr lang="fr-FR" sz="1500" dirty="0"/>
                        <a:t>Conclusion</a:t>
                      </a:r>
                    </a:p>
                  </a:txBody>
                  <a:tcPr/>
                </a:tc>
                <a:tc>
                  <a:txBody>
                    <a:bodyPr/>
                    <a:lstStyle/>
                    <a:p>
                      <a:pPr algn="ctr"/>
                      <a:r>
                        <a:rPr lang="fr-FR" sz="1500" dirty="0"/>
                        <a:t>Perspectives</a:t>
                      </a:r>
                    </a:p>
                  </a:txBody>
                  <a:tcPr/>
                </a:tc>
                <a:extLst>
                  <a:ext uri="{0D108BD9-81ED-4DB2-BD59-A6C34878D82A}">
                    <a16:rowId xmlns:a16="http://schemas.microsoft.com/office/drawing/2014/main" val="10000"/>
                  </a:ext>
                </a:extLst>
              </a:tr>
            </a:tbl>
          </a:graphicData>
        </a:graphic>
      </p:graphicFrame>
      <p:pic>
        <p:nvPicPr>
          <p:cNvPr id="2" name="Picture 2" descr="Owasp Logo Flat2 Icon &lt; Cydrill Software Security">
            <a:extLst>
              <a:ext uri="{FF2B5EF4-FFF2-40B4-BE49-F238E27FC236}">
                <a16:creationId xmlns:a16="http://schemas.microsoft.com/office/drawing/2014/main" id="{E346E1C2-3DBB-F3FF-BD85-E9E7D3236B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551418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6">
                                            <p:txEl>
                                              <p:pRg st="6" end="6"/>
                                            </p:txEl>
                                          </p:spTgt>
                                        </p:tgtEl>
                                        <p:attrNameLst>
                                          <p:attrName>style.visibility</p:attrName>
                                        </p:attrNameLst>
                                      </p:cBhvr>
                                      <p:to>
                                        <p:strVal val="visible"/>
                                      </p:to>
                                    </p:set>
                                    <p:animEffect transition="in" filter="fade">
                                      <p:cBhvr>
                                        <p:cTn id="7" dur="1000"/>
                                        <p:tgtEl>
                                          <p:spTgt spid="26">
                                            <p:txEl>
                                              <p:pRg st="6" end="6"/>
                                            </p:txEl>
                                          </p:spTgt>
                                        </p:tgtEl>
                                      </p:cBhvr>
                                    </p:animEffect>
                                    <p:anim calcmode="lin" valueType="num">
                                      <p:cBhvr>
                                        <p:cTn id="8" dur="1000" fill="hold"/>
                                        <p:tgtEl>
                                          <p:spTgt spid="26">
                                            <p:txEl>
                                              <p:pRg st="6" end="6"/>
                                            </p:txEl>
                                          </p:spTgt>
                                        </p:tgtEl>
                                        <p:attrNameLst>
                                          <p:attrName>ppt_x</p:attrName>
                                        </p:attrNameLst>
                                      </p:cBhvr>
                                      <p:tavLst>
                                        <p:tav tm="0">
                                          <p:val>
                                            <p:strVal val="#ppt_x"/>
                                          </p:val>
                                        </p:tav>
                                        <p:tav tm="100000">
                                          <p:val>
                                            <p:strVal val="#ppt_x"/>
                                          </p:val>
                                        </p:tav>
                                      </p:tavLst>
                                    </p:anim>
                                    <p:anim calcmode="lin" valueType="num">
                                      <p:cBhvr>
                                        <p:cTn id="9" dur="1000" fill="hold"/>
                                        <p:tgtEl>
                                          <p:spTgt spid="26">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9E2A6-7EDA-8610-53FF-6940E80E478E}"/>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E0235015-5257-1BCE-E481-3CF0B8879D3D}"/>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28</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C5B3B7E8-4A3D-90AA-07C2-6A74C693721E}"/>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497FE853-2742-9772-16BC-3C97C250E589}"/>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681A5229-9CF1-304F-6EF3-DCB5204789B0}"/>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7E128A83-1CBA-CB5C-25F0-56C3FC620CD9}"/>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711AEAA0-506C-3B48-0A6C-8440809542C3}"/>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53CFB771-4EF5-971D-0161-49590F86E205}"/>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28</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97F72F15-9577-AC1C-A4F9-18B75DE0762E}"/>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73DA24EC-B708-B030-99EE-94499B6979E2}"/>
              </a:ext>
            </a:extLst>
          </p:cNvPr>
          <p:cNvSpPr txBox="1">
            <a:spLocks noGrp="1"/>
          </p:cNvSpPr>
          <p:nvPr/>
        </p:nvSpPr>
        <p:spPr bwMode="auto">
          <a:xfrm>
            <a:off x="209552" y="6491303"/>
            <a:ext cx="4938512"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622F25D9-E61D-49F1-F60A-23E09FD80857}"/>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422850C4-56E3-911C-281E-A30A3AD48E6C}"/>
              </a:ext>
            </a:extLst>
          </p:cNvPr>
          <p:cNvSpPr txBox="1">
            <a:spLocks noChangeArrowheads="1"/>
          </p:cNvSpPr>
          <p:nvPr/>
        </p:nvSpPr>
        <p:spPr bwMode="auto">
          <a:xfrm>
            <a:off x="0" y="412762"/>
            <a:ext cx="9144000" cy="5495735"/>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Conclusion : Un Nouveau Standard de Protection SQLi</a:t>
            </a:r>
          </a:p>
          <a:p>
            <a:pPr algn="ctr">
              <a:lnSpc>
                <a:spcPct val="150000"/>
              </a:lnSpc>
            </a:pPr>
            <a:endParaRPr lang="fr-FR" sz="2000" b="1" dirty="0">
              <a:solidFill>
                <a:schemeClr val="tx2"/>
              </a:solidFill>
              <a:latin typeface="Times New Roman" panose="02020603050405020304" pitchFamily="18" charset="0"/>
              <a:cs typeface="Times New Roman" panose="02020603050405020304" pitchFamily="18" charset="0"/>
            </a:endParaRPr>
          </a:p>
          <a:p>
            <a:pPr>
              <a:lnSpc>
                <a:spcPct val="150000"/>
              </a:lnSpc>
            </a:pPr>
            <a:r>
              <a:rPr lang="fr-FR" sz="2000" b="1" dirty="0">
                <a:solidFill>
                  <a:schemeClr val="tx2"/>
                </a:solidFill>
                <a:latin typeface="Times New Roman" panose="02020603050405020304" pitchFamily="18" charset="0"/>
                <a:cs typeface="Times New Roman" panose="02020603050405020304" pitchFamily="18" charset="0"/>
              </a:rPr>
              <a:t>Synthèse des Réalisations :</a:t>
            </a:r>
          </a:p>
          <a:p>
            <a:pPr marL="342874" indent="-342874">
              <a:lnSpc>
                <a:spcPct val="150000"/>
              </a:lnSpc>
              <a:buFont typeface="Wingdings" panose="05000000000000000000" pitchFamily="2" charset="2"/>
              <a:buChar char="ü"/>
            </a:pPr>
            <a:r>
              <a:rPr lang="fr-FR" sz="2000" b="1" dirty="0">
                <a:solidFill>
                  <a:schemeClr val="tx2"/>
                </a:solidFill>
              </a:rPr>
              <a:t>Validation du Paradigme Hybride :</a:t>
            </a:r>
            <a:r>
              <a:rPr lang="fr-FR" sz="2000" dirty="0">
                <a:solidFill>
                  <a:schemeClr val="tx2"/>
                </a:solidFill>
              </a:rPr>
              <a:t> </a:t>
            </a:r>
            <a:r>
              <a:rPr lang="fr-FR" sz="2000" dirty="0">
                <a:latin typeface="Times New Roman" panose="02020603050405020304" pitchFamily="18" charset="0"/>
                <a:cs typeface="Times New Roman" panose="02020603050405020304" pitchFamily="18" charset="0"/>
              </a:rPr>
              <a:t>Preuve qu'une architecture en cascade (Heuristique + MLP) surpasse les systèmes traditionnels.</a:t>
            </a: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Performance et Précision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Atteinte d'un taux de détection de 99,63% avec un risque de faux négatifs quasi nul (0,24%).</a:t>
            </a: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Efficience Opérationnelle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Optimisation du temps de traitement par l'IA, sollicitée uniquement pour les "Zones Grises".</a:t>
            </a: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Solution Industrielle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Développement d'un middleware robuste, prêt à être intégré dans des écosystèmes PHP/MySQL existants</a:t>
            </a:r>
            <a:r>
              <a:rPr lang="fr-FR" sz="2000" dirty="0"/>
              <a:t>.</a:t>
            </a:r>
            <a:endParaRPr lang="fr-FR" sz="2000" b="1" dirty="0">
              <a:solidFill>
                <a:schemeClr val="tx2"/>
              </a:solidFill>
              <a:latin typeface="Times New Roman" panose="02020603050405020304" pitchFamily="18" charset="0"/>
              <a:cs typeface="Times New Roman" panose="02020603050405020304" pitchFamily="18" charset="0"/>
            </a:endParaRPr>
          </a:p>
          <a:p>
            <a:pPr>
              <a:lnSpc>
                <a:spcPct val="150000"/>
              </a:lnSpc>
            </a:pPr>
            <a:endParaRPr lang="fr-FR" sz="1600" b="1" dirty="0">
              <a:solidFill>
                <a:schemeClr val="tx2"/>
              </a:solidFill>
              <a:latin typeface="Times New Roman" panose="02020603050405020304" pitchFamily="18" charset="0"/>
              <a:cs typeface="Times New Roman" panose="02020603050405020304" pitchFamily="18" charset="0"/>
            </a:endParaRPr>
          </a:p>
        </p:txBody>
      </p:sp>
      <p:pic>
        <p:nvPicPr>
          <p:cNvPr id="3" name="Image 2">
            <a:extLst>
              <a:ext uri="{FF2B5EF4-FFF2-40B4-BE49-F238E27FC236}">
                <a16:creationId xmlns:a16="http://schemas.microsoft.com/office/drawing/2014/main" id="{A8CAF5B5-568B-9DC5-37FC-256554EE2EA2}"/>
              </a:ext>
            </a:extLst>
          </p:cNvPr>
          <p:cNvPicPr>
            <a:picLocks noChangeAspect="1"/>
          </p:cNvPicPr>
          <p:nvPr/>
        </p:nvPicPr>
        <p:blipFill>
          <a:blip r:embed="rId3"/>
          <a:stretch>
            <a:fillRect/>
          </a:stretch>
        </p:blipFill>
        <p:spPr>
          <a:xfrm>
            <a:off x="0" y="-44696"/>
            <a:ext cx="9144000" cy="483759"/>
          </a:xfrm>
          <a:prstGeom prst="rect">
            <a:avLst/>
          </a:prstGeom>
        </p:spPr>
      </p:pic>
      <p:pic>
        <p:nvPicPr>
          <p:cNvPr id="2" name="Picture 2" descr="Owasp Logo Flat2 Icon &lt; Cydrill Software Security">
            <a:extLst>
              <a:ext uri="{FF2B5EF4-FFF2-40B4-BE49-F238E27FC236}">
                <a16:creationId xmlns:a16="http://schemas.microsoft.com/office/drawing/2014/main" id="{E095D8F0-9C1C-8F7A-7E99-C98C53B3233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1749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61C671-6273-5C7B-96EA-41DEF4622C2D}"/>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A44C2082-B413-04DF-7546-F6222256F4E3}"/>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29</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487465D5-6D97-0609-10E6-BF1D135BA7F0}"/>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9191EFEB-9832-A7C0-E299-717D8ECB35AD}"/>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4415DE3F-188C-B663-E3B5-2A6FABF52FE5}"/>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370B5242-9990-EC78-6E8C-F634F7FDC210}"/>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F1C8AABC-1166-97A7-9005-28F6DE52D2B4}"/>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3E212032-EB0F-B513-DF0A-BA4960BAB896}"/>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29</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C9066A17-8EB3-0252-8504-457905480453}"/>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575370A8-4657-81BE-948A-74F94F557CAF}"/>
              </a:ext>
            </a:extLst>
          </p:cNvPr>
          <p:cNvSpPr txBox="1">
            <a:spLocks noGrp="1"/>
          </p:cNvSpPr>
          <p:nvPr/>
        </p:nvSpPr>
        <p:spPr bwMode="auto">
          <a:xfrm>
            <a:off x="209552" y="6491303"/>
            <a:ext cx="450646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8B06EDEC-0C9E-3FD2-336B-31A5AF6A134E}"/>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sp>
        <p:nvSpPr>
          <p:cNvPr id="26" name="Text Box 31">
            <a:extLst>
              <a:ext uri="{FF2B5EF4-FFF2-40B4-BE49-F238E27FC236}">
                <a16:creationId xmlns:a16="http://schemas.microsoft.com/office/drawing/2014/main" id="{C3EB3314-E9D1-0852-6D75-6FF1A62BA54B}"/>
              </a:ext>
            </a:extLst>
          </p:cNvPr>
          <p:cNvSpPr txBox="1">
            <a:spLocks noChangeArrowheads="1"/>
          </p:cNvSpPr>
          <p:nvPr/>
        </p:nvSpPr>
        <p:spPr bwMode="auto">
          <a:xfrm>
            <a:off x="0" y="446704"/>
            <a:ext cx="9144000" cy="6038641"/>
          </a:xfrm>
          <a:prstGeom prst="rect">
            <a:avLst/>
          </a:prstGeom>
          <a:noFill/>
          <a:ln w="9525">
            <a:noFill/>
            <a:miter lim="800000"/>
            <a:headEnd/>
            <a:tailEnd/>
          </a:ln>
        </p:spPr>
        <p:txBody>
          <a:bodyPr wrap="square">
            <a:prstTxWarp prst="textNoShape">
              <a:avLst/>
            </a:prstTxWarp>
            <a:spAutoFit/>
          </a:bodyPr>
          <a:lstStyle/>
          <a:p>
            <a:pPr algn="ctr">
              <a:lnSpc>
                <a:spcPct val="150000"/>
              </a:lnSpc>
            </a:pPr>
            <a:r>
              <a:rPr lang="fr-FR" sz="2000" b="1" dirty="0">
                <a:solidFill>
                  <a:schemeClr val="tx2"/>
                </a:solidFill>
                <a:latin typeface="Times New Roman" panose="02020603050405020304" pitchFamily="18" charset="0"/>
                <a:cs typeface="Times New Roman" panose="02020603050405020304" pitchFamily="18" charset="0"/>
              </a:rPr>
              <a:t>Perspectives : Vers une Défense Multi-Vectorielle</a:t>
            </a:r>
          </a:p>
          <a:p>
            <a:pPr>
              <a:lnSpc>
                <a:spcPct val="150000"/>
              </a:lnSpc>
            </a:pPr>
            <a:r>
              <a:rPr lang="fr-FR" sz="2000" b="1" dirty="0">
                <a:solidFill>
                  <a:schemeClr val="tx2"/>
                </a:solidFill>
                <a:latin typeface="Times New Roman" panose="02020603050405020304" pitchFamily="18" charset="0"/>
                <a:cs typeface="Times New Roman" panose="02020603050405020304" pitchFamily="18" charset="0"/>
              </a:rPr>
              <a:t>Évolutions à court terme :</a:t>
            </a: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Élargissement du Spectre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Adaptation du moteur pour contrer les autres vulnérabilités de l'</a:t>
            </a:r>
            <a:r>
              <a:rPr lang="fr-FR" sz="2000" b="1" dirty="0">
                <a:latin typeface="Times New Roman" panose="02020603050405020304" pitchFamily="18" charset="0"/>
                <a:cs typeface="Times New Roman" panose="02020603050405020304" pitchFamily="18" charset="0"/>
              </a:rPr>
              <a:t>OWASP Top 10</a:t>
            </a:r>
            <a:r>
              <a:rPr lang="fr-FR" sz="2000" dirty="0">
                <a:latin typeface="Times New Roman" panose="02020603050405020304" pitchFamily="18" charset="0"/>
                <a:cs typeface="Times New Roman" panose="02020603050405020304" pitchFamily="18" charset="0"/>
              </a:rPr>
              <a:t> (XSS, CSRF, Injections de commandes).</a:t>
            </a:r>
            <a:endParaRPr lang="fr-FR" sz="2000" b="1" dirty="0">
              <a:solidFill>
                <a:schemeClr val="tx2"/>
              </a:solidFill>
              <a:latin typeface="Times New Roman" panose="02020603050405020304" pitchFamily="18" charset="0"/>
              <a:cs typeface="Times New Roman" panose="02020603050405020304" pitchFamily="18" charset="0"/>
            </a:endParaRP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Conteneurisation (Docker/K8s) :</a:t>
            </a:r>
            <a:r>
              <a:rPr lang="fr-FR" sz="2000" dirty="0">
                <a:latin typeface="Times New Roman" panose="02020603050405020304" pitchFamily="18" charset="0"/>
                <a:cs typeface="Times New Roman" panose="02020603050405020304" pitchFamily="18" charset="0"/>
              </a:rPr>
              <a:t> Faciliter le déploiement à grande échelle via une architecture de micro-services.</a:t>
            </a:r>
            <a:endParaRPr lang="fr-FR" sz="2000" b="1" dirty="0">
              <a:solidFill>
                <a:schemeClr val="tx2"/>
              </a:solidFill>
              <a:latin typeface="Times New Roman" panose="02020603050405020304" pitchFamily="18" charset="0"/>
              <a:cs typeface="Times New Roman" panose="02020603050405020304" pitchFamily="18" charset="0"/>
            </a:endParaRPr>
          </a:p>
          <a:p>
            <a:pPr>
              <a:lnSpc>
                <a:spcPct val="150000"/>
              </a:lnSpc>
            </a:pPr>
            <a:r>
              <a:rPr lang="fr-FR" sz="2000" b="1" dirty="0">
                <a:solidFill>
                  <a:schemeClr val="tx2"/>
                </a:solidFill>
                <a:latin typeface="Times New Roman" panose="02020603050405020304" pitchFamily="18" charset="0"/>
                <a:cs typeface="Times New Roman" panose="02020603050405020304" pitchFamily="18" charset="0"/>
              </a:rPr>
              <a:t>Évolutions à long terme :</a:t>
            </a: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Apprentissage en Continu (Online Learning)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Mise en place d'un pipeline de réentraînement automatique basé sur les nouveaux logs d'attaques.</a:t>
            </a:r>
            <a:endParaRPr lang="fr-FR" sz="2000" b="1" dirty="0">
              <a:solidFill>
                <a:schemeClr val="tx2"/>
              </a:solidFill>
              <a:latin typeface="Times New Roman" panose="02020603050405020304" pitchFamily="18" charset="0"/>
              <a:cs typeface="Times New Roman" panose="02020603050405020304" pitchFamily="18" charset="0"/>
            </a:endParaRP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Deep Learning Avancé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Exploration des modèles de type </a:t>
            </a:r>
            <a:r>
              <a:rPr lang="fr-FR" sz="2000" b="1" dirty="0">
                <a:latin typeface="Times New Roman" panose="02020603050405020304" pitchFamily="18" charset="0"/>
                <a:cs typeface="Times New Roman" panose="02020603050405020304" pitchFamily="18" charset="0"/>
              </a:rPr>
              <a:t>LSTM</a:t>
            </a:r>
            <a:r>
              <a:rPr lang="fr-FR" sz="2000" dirty="0">
                <a:latin typeface="Times New Roman" panose="02020603050405020304" pitchFamily="18" charset="0"/>
                <a:cs typeface="Times New Roman" panose="02020603050405020304" pitchFamily="18" charset="0"/>
              </a:rPr>
              <a:t> ou </a:t>
            </a:r>
            <a:r>
              <a:rPr lang="fr-FR" sz="2000" b="1" dirty="0">
                <a:latin typeface="Times New Roman" panose="02020603050405020304" pitchFamily="18" charset="0"/>
                <a:cs typeface="Times New Roman" panose="02020603050405020304" pitchFamily="18" charset="0"/>
              </a:rPr>
              <a:t>Transformers</a:t>
            </a:r>
            <a:r>
              <a:rPr lang="fr-FR" sz="2000" dirty="0">
                <a:latin typeface="Times New Roman" panose="02020603050405020304" pitchFamily="18" charset="0"/>
                <a:cs typeface="Times New Roman" panose="02020603050405020304" pitchFamily="18" charset="0"/>
              </a:rPr>
              <a:t> pour analyser la séquence temporelle des requêtes SQL.</a:t>
            </a:r>
            <a:endParaRPr lang="fr-FR" sz="2000" b="1" dirty="0">
              <a:solidFill>
                <a:schemeClr val="tx2"/>
              </a:solidFill>
              <a:latin typeface="Times New Roman" panose="02020603050405020304" pitchFamily="18" charset="0"/>
              <a:cs typeface="Times New Roman" panose="02020603050405020304" pitchFamily="18" charset="0"/>
            </a:endParaRPr>
          </a:p>
          <a:p>
            <a:pPr marL="342874" indent="-342874">
              <a:lnSpc>
                <a:spcPct val="150000"/>
              </a:lnSpc>
              <a:buFont typeface="Wingdings" panose="05000000000000000000" pitchFamily="2" charset="2"/>
              <a:buChar char="ü"/>
            </a:pPr>
            <a:r>
              <a:rPr lang="fr-FR" sz="2000" b="1" dirty="0">
                <a:solidFill>
                  <a:schemeClr val="tx2"/>
                </a:solidFill>
                <a:latin typeface="Times New Roman" panose="02020603050405020304" pitchFamily="18" charset="0"/>
                <a:cs typeface="Times New Roman" panose="02020603050405020304" pitchFamily="18" charset="0"/>
              </a:rPr>
              <a:t>Dashboarding Prédictif :</a:t>
            </a:r>
            <a:r>
              <a:rPr lang="fr-FR" sz="2000" dirty="0">
                <a:solidFill>
                  <a:schemeClr val="tx2"/>
                </a:solidFill>
                <a:latin typeface="Times New Roman" panose="02020603050405020304" pitchFamily="18" charset="0"/>
                <a:cs typeface="Times New Roman" panose="02020603050405020304" pitchFamily="18" charset="0"/>
              </a:rPr>
              <a:t> </a:t>
            </a:r>
            <a:r>
              <a:rPr lang="fr-FR" sz="2000" dirty="0">
                <a:latin typeface="Times New Roman" panose="02020603050405020304" pitchFamily="18" charset="0"/>
                <a:cs typeface="Times New Roman" panose="02020603050405020304" pitchFamily="18" charset="0"/>
              </a:rPr>
              <a:t>Interface de monitoring capable d'anticiper des campagnes d'attaques massives.</a:t>
            </a:r>
            <a:endParaRPr lang="fr-FR" sz="1600" b="1" dirty="0">
              <a:solidFill>
                <a:schemeClr val="tx2"/>
              </a:solidFill>
              <a:latin typeface="Times New Roman" panose="02020603050405020304" pitchFamily="18" charset="0"/>
              <a:cs typeface="Times New Roman" panose="02020603050405020304" pitchFamily="18" charset="0"/>
            </a:endParaRPr>
          </a:p>
        </p:txBody>
      </p:sp>
      <p:graphicFrame>
        <p:nvGraphicFramePr>
          <p:cNvPr id="2" name="Tableau 1"/>
          <p:cNvGraphicFramePr>
            <a:graphicFrameLocks noGrp="1"/>
          </p:cNvGraphicFramePr>
          <p:nvPr>
            <p:extLst>
              <p:ext uri="{D42A27DB-BD31-4B8C-83A1-F6EECF244321}">
                <p14:modId xmlns:p14="http://schemas.microsoft.com/office/powerpoint/2010/main" val="18803597"/>
              </p:ext>
            </p:extLst>
          </p:nvPr>
        </p:nvGraphicFramePr>
        <p:xfrm>
          <a:off x="2" y="-27384"/>
          <a:ext cx="9144000" cy="432049"/>
        </p:xfrm>
        <a:graphic>
          <a:graphicData uri="http://schemas.openxmlformats.org/drawingml/2006/table">
            <a:tbl>
              <a:tblPr firstRow="1" bandRow="1">
                <a:tableStyleId>{5C22544A-7EE6-4342-B048-85BDC9FD1C3A}</a:tableStyleId>
              </a:tblPr>
              <a:tblGrid>
                <a:gridCol w="18288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432049">
                <a:tc>
                  <a:txBody>
                    <a:bodyPr/>
                    <a:lstStyle/>
                    <a:p>
                      <a:pPr algn="ctr"/>
                      <a:r>
                        <a:rPr lang="fr-FR" sz="1500" dirty="0">
                          <a:solidFill>
                            <a:schemeClr val="bg1"/>
                          </a:solidFill>
                        </a:rPr>
                        <a:t>Introduction</a:t>
                      </a:r>
                    </a:p>
                  </a:txBody>
                  <a:tcPr>
                    <a:solidFill>
                      <a:schemeClr val="accent1"/>
                    </a:solidFill>
                  </a:tcPr>
                </a:tc>
                <a:tc>
                  <a:txBody>
                    <a:bodyPr/>
                    <a:lstStyle/>
                    <a:p>
                      <a:pPr algn="ctr"/>
                      <a:r>
                        <a:rPr lang="fr-FR" sz="1500" dirty="0"/>
                        <a:t>Conception</a:t>
                      </a:r>
                    </a:p>
                  </a:txBody>
                  <a:tcPr/>
                </a:tc>
                <a:tc>
                  <a:txBody>
                    <a:bodyPr/>
                    <a:lstStyle/>
                    <a:p>
                      <a:pPr algn="ctr"/>
                      <a:r>
                        <a:rPr lang="fr-FR" sz="1500" dirty="0"/>
                        <a:t>Développements</a:t>
                      </a:r>
                    </a:p>
                  </a:txBody>
                  <a:tcPr/>
                </a:tc>
                <a:tc>
                  <a:txBody>
                    <a:bodyPr/>
                    <a:lstStyle/>
                    <a:p>
                      <a:pPr algn="ctr"/>
                      <a:r>
                        <a:rPr lang="fr-FR" sz="1500" dirty="0"/>
                        <a:t>Conclusion</a:t>
                      </a:r>
                    </a:p>
                  </a:txBody>
                  <a:tcPr/>
                </a:tc>
                <a:tc>
                  <a:txBody>
                    <a:bodyPr/>
                    <a:lstStyle/>
                    <a:p>
                      <a:pPr algn="ctr"/>
                      <a:r>
                        <a:rPr lang="fr-FR" sz="1500" dirty="0">
                          <a:solidFill>
                            <a:schemeClr val="accent1"/>
                          </a:solidFill>
                        </a:rPr>
                        <a:t>Perspectives</a:t>
                      </a:r>
                    </a:p>
                  </a:txBody>
                  <a:tcPr>
                    <a:solidFill>
                      <a:schemeClr val="bg1"/>
                    </a:solidFill>
                  </a:tcPr>
                </a:tc>
                <a:extLst>
                  <a:ext uri="{0D108BD9-81ED-4DB2-BD59-A6C34878D82A}">
                    <a16:rowId xmlns:a16="http://schemas.microsoft.com/office/drawing/2014/main" val="10000"/>
                  </a:ext>
                </a:extLst>
              </a:tr>
            </a:tbl>
          </a:graphicData>
        </a:graphic>
      </p:graphicFrame>
      <p:pic>
        <p:nvPicPr>
          <p:cNvPr id="3" name="Picture 2" descr="Owasp Logo Flat2 Icon &lt; Cydrill Software Security">
            <a:extLst>
              <a:ext uri="{FF2B5EF4-FFF2-40B4-BE49-F238E27FC236}">
                <a16:creationId xmlns:a16="http://schemas.microsoft.com/office/drawing/2014/main" id="{8068450A-A41D-5805-2F3A-50965A09150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59850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1000"/>
                                        <p:tgtEl>
                                          <p:spTgt spid="26"/>
                                        </p:tgtEl>
                                      </p:cBhvr>
                                    </p:animEffect>
                                    <p:anim calcmode="lin" valueType="num">
                                      <p:cBhvr>
                                        <p:cTn id="8" dur="1000" fill="hold"/>
                                        <p:tgtEl>
                                          <p:spTgt spid="26"/>
                                        </p:tgtEl>
                                        <p:attrNameLst>
                                          <p:attrName>ppt_x</p:attrName>
                                        </p:attrNameLst>
                                      </p:cBhvr>
                                      <p:tavLst>
                                        <p:tav tm="0">
                                          <p:val>
                                            <p:strVal val="#ppt_x"/>
                                          </p:val>
                                        </p:tav>
                                        <p:tav tm="100000">
                                          <p:val>
                                            <p:strVal val="#ppt_x"/>
                                          </p:val>
                                        </p:tav>
                                      </p:tavLst>
                                    </p:anim>
                                    <p:anim calcmode="lin" valueType="num">
                                      <p:cBhvr>
                                        <p:cTn id="9" dur="1000" fill="hold"/>
                                        <p:tgtEl>
                                          <p:spTgt spid="2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C1C6B-DC60-2923-277F-4A4BDC4BDAC1}"/>
            </a:ext>
          </a:extLst>
        </p:cNvPr>
        <p:cNvGrpSpPr/>
        <p:nvPr/>
      </p:nvGrpSpPr>
      <p:grpSpPr>
        <a:xfrm>
          <a:off x="0" y="0"/>
          <a:ext cx="0" cy="0"/>
          <a:chOff x="0" y="0"/>
          <a:chExt cx="0" cy="0"/>
        </a:xfrm>
      </p:grpSpPr>
      <p:sp>
        <p:nvSpPr>
          <p:cNvPr id="31" name="Rectangle 27">
            <a:extLst>
              <a:ext uri="{FF2B5EF4-FFF2-40B4-BE49-F238E27FC236}">
                <a16:creationId xmlns:a16="http://schemas.microsoft.com/office/drawing/2014/main" id="{C621F193-DEFF-ADCB-FAAE-B201C76F3EBD}"/>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30</a:t>
            </a:fld>
            <a:endParaRPr lang="fr-FR" sz="1200" b="1" dirty="0">
              <a:solidFill>
                <a:srgbClr val="1E4C7C"/>
              </a:solidFill>
              <a:latin typeface="Arial" charset="0"/>
            </a:endParaRPr>
          </a:p>
        </p:txBody>
      </p:sp>
      <p:sp>
        <p:nvSpPr>
          <p:cNvPr id="32" name="AutoShape 16">
            <a:extLst>
              <a:ext uri="{FF2B5EF4-FFF2-40B4-BE49-F238E27FC236}">
                <a16:creationId xmlns:a16="http://schemas.microsoft.com/office/drawing/2014/main" id="{BA68959A-6809-E1E8-76AF-2A4060D0F3CF}"/>
              </a:ext>
            </a:extLst>
          </p:cNvPr>
          <p:cNvSpPr>
            <a:spLocks noChangeArrowheads="1"/>
          </p:cNvSpPr>
          <p:nvPr/>
        </p:nvSpPr>
        <p:spPr bwMode="auto">
          <a:xfrm>
            <a:off x="7162820" y="6318251"/>
            <a:ext cx="1368425" cy="431800"/>
          </a:xfrm>
          <a:prstGeom prst="roundRect">
            <a:avLst>
              <a:gd name="adj" fmla="val 50000"/>
            </a:avLst>
          </a:prstGeom>
          <a:solidFill>
            <a:schemeClr val="bg1"/>
          </a:solidFill>
          <a:ln w="57150">
            <a:solidFill>
              <a:srgbClr val="1E4C7C"/>
            </a:solidFill>
            <a:round/>
            <a:headEnd/>
            <a:tailEnd/>
          </a:ln>
          <a:effectLst/>
        </p:spPr>
        <p:txBody>
          <a:bodyPr wrap="none" anchor="ctr">
            <a:prstTxWarp prst="textNoShape">
              <a:avLst/>
            </a:prstTxWarp>
          </a:bodyPr>
          <a:lstStyle/>
          <a:p>
            <a:endParaRPr lang="fr-FR" dirty="0"/>
          </a:p>
        </p:txBody>
      </p:sp>
      <p:sp>
        <p:nvSpPr>
          <p:cNvPr id="33" name="Rectangle 32">
            <a:extLst>
              <a:ext uri="{FF2B5EF4-FFF2-40B4-BE49-F238E27FC236}">
                <a16:creationId xmlns:a16="http://schemas.microsoft.com/office/drawing/2014/main" id="{C386359A-6C73-77A5-36A7-BBC77ACDB3FE}"/>
              </a:ext>
            </a:extLst>
          </p:cNvPr>
          <p:cNvSpPr>
            <a:spLocks noChangeArrowheads="1"/>
          </p:cNvSpPr>
          <p:nvPr/>
        </p:nvSpPr>
        <p:spPr bwMode="auto">
          <a:xfrm>
            <a:off x="0" y="6508773"/>
            <a:ext cx="9144000" cy="358775"/>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4" name="Rectangle 33">
            <a:extLst>
              <a:ext uri="{FF2B5EF4-FFF2-40B4-BE49-F238E27FC236}">
                <a16:creationId xmlns:a16="http://schemas.microsoft.com/office/drawing/2014/main" id="{29C18F3C-577A-E21A-464E-96E1455616FA}"/>
              </a:ext>
            </a:extLst>
          </p:cNvPr>
          <p:cNvSpPr>
            <a:spLocks noChangeArrowheads="1"/>
          </p:cNvSpPr>
          <p:nvPr/>
        </p:nvSpPr>
        <p:spPr bwMode="auto">
          <a:xfrm>
            <a:off x="0" y="6461125"/>
            <a:ext cx="9144000" cy="406400"/>
          </a:xfrm>
          <a:prstGeom prst="rect">
            <a:avLst/>
          </a:prstGeom>
          <a:solidFill>
            <a:schemeClr val="bg1"/>
          </a:solidFill>
          <a:ln w="57150">
            <a:noFill/>
            <a:miter lim="800000"/>
            <a:headEnd/>
            <a:tailEnd/>
          </a:ln>
          <a:effectLst/>
        </p:spPr>
        <p:txBody>
          <a:bodyPr wrap="none" anchor="ctr">
            <a:prstTxWarp prst="textNoShape">
              <a:avLst/>
            </a:prstTxWarp>
          </a:bodyPr>
          <a:lstStyle/>
          <a:p>
            <a:endParaRPr lang="fr-FR" dirty="0"/>
          </a:p>
        </p:txBody>
      </p:sp>
      <p:sp>
        <p:nvSpPr>
          <p:cNvPr id="35" name="Rectangle 34">
            <a:extLst>
              <a:ext uri="{FF2B5EF4-FFF2-40B4-BE49-F238E27FC236}">
                <a16:creationId xmlns:a16="http://schemas.microsoft.com/office/drawing/2014/main" id="{F7D88005-A51E-7721-ED5E-7B49742A9CB8}"/>
              </a:ext>
            </a:extLst>
          </p:cNvPr>
          <p:cNvSpPr>
            <a:spLocks noChangeArrowheads="1"/>
          </p:cNvSpPr>
          <p:nvPr/>
        </p:nvSpPr>
        <p:spPr bwMode="auto">
          <a:xfrm>
            <a:off x="0" y="6462736"/>
            <a:ext cx="9144000" cy="47625"/>
          </a:xfrm>
          <a:prstGeom prst="rect">
            <a:avLst/>
          </a:prstGeom>
          <a:solidFill>
            <a:srgbClr val="174A7C"/>
          </a:solidFill>
          <a:ln w="9525">
            <a:noFill/>
            <a:miter lim="800000"/>
            <a:headEnd/>
            <a:tailEnd/>
          </a:ln>
          <a:effectLst/>
        </p:spPr>
        <p:txBody>
          <a:bodyPr wrap="none" anchor="ctr">
            <a:prstTxWarp prst="textNoShape">
              <a:avLst/>
            </a:prstTxWarp>
          </a:bodyPr>
          <a:lstStyle/>
          <a:p>
            <a:endParaRPr lang="fr-FR" dirty="0"/>
          </a:p>
        </p:txBody>
      </p:sp>
      <p:sp>
        <p:nvSpPr>
          <p:cNvPr id="36" name="AutoShape 20">
            <a:extLst>
              <a:ext uri="{FF2B5EF4-FFF2-40B4-BE49-F238E27FC236}">
                <a16:creationId xmlns:a16="http://schemas.microsoft.com/office/drawing/2014/main" id="{475BDE5E-6380-65FA-7453-425E9FD033C1}"/>
              </a:ext>
            </a:extLst>
          </p:cNvPr>
          <p:cNvSpPr>
            <a:spLocks noChangeArrowheads="1"/>
          </p:cNvSpPr>
          <p:nvPr/>
        </p:nvSpPr>
        <p:spPr bwMode="auto">
          <a:xfrm>
            <a:off x="7185043" y="6343665"/>
            <a:ext cx="1325563" cy="376239"/>
          </a:xfrm>
          <a:prstGeom prst="roundRect">
            <a:avLst>
              <a:gd name="adj" fmla="val 50000"/>
            </a:avLst>
          </a:prstGeom>
          <a:solidFill>
            <a:schemeClr val="bg1"/>
          </a:solidFill>
          <a:ln w="57150">
            <a:noFill/>
            <a:round/>
            <a:headEnd/>
            <a:tailEnd/>
          </a:ln>
          <a:effectLst/>
        </p:spPr>
        <p:txBody>
          <a:bodyPr wrap="none" anchor="ctr">
            <a:prstTxWarp prst="textNoShape">
              <a:avLst/>
            </a:prstTxWarp>
          </a:bodyPr>
          <a:lstStyle/>
          <a:p>
            <a:endParaRPr lang="fr-FR" dirty="0"/>
          </a:p>
        </p:txBody>
      </p:sp>
      <p:sp>
        <p:nvSpPr>
          <p:cNvPr id="43" name="Rectangle 42">
            <a:extLst>
              <a:ext uri="{FF2B5EF4-FFF2-40B4-BE49-F238E27FC236}">
                <a16:creationId xmlns:a16="http://schemas.microsoft.com/office/drawing/2014/main" id="{0BDB51D3-F3BA-F73D-FF32-2E3A4EA5411F}"/>
              </a:ext>
            </a:extLst>
          </p:cNvPr>
          <p:cNvSpPr>
            <a:spLocks noChangeArrowheads="1"/>
          </p:cNvSpPr>
          <p:nvPr/>
        </p:nvSpPr>
        <p:spPr bwMode="auto">
          <a:xfrm>
            <a:off x="8532831" y="6518275"/>
            <a:ext cx="611187" cy="304800"/>
          </a:xfrm>
          <a:prstGeom prst="rect">
            <a:avLst/>
          </a:prstGeom>
          <a:noFill/>
          <a:ln w="9525">
            <a:noFill/>
            <a:miter lim="800000"/>
            <a:headEnd/>
            <a:tailEnd/>
          </a:ln>
          <a:effectLst/>
        </p:spPr>
        <p:txBody>
          <a:bodyPr>
            <a:prstTxWarp prst="textNoShape">
              <a:avLst/>
            </a:prstTxWarp>
          </a:bodyPr>
          <a:lstStyle/>
          <a:p>
            <a:pPr algn="r"/>
            <a:fld id="{CA12BCAA-488F-1746-BD84-CC24C817D503}" type="slidenum">
              <a:rPr lang="fr-FR" sz="1200" b="1">
                <a:solidFill>
                  <a:srgbClr val="1E4C7C"/>
                </a:solidFill>
                <a:latin typeface="Arial" charset="0"/>
              </a:rPr>
              <a:pPr algn="r"/>
              <a:t>30</a:t>
            </a:fld>
            <a:endParaRPr lang="fr-FR" sz="1200" b="1" dirty="0">
              <a:solidFill>
                <a:srgbClr val="1E4C7C"/>
              </a:solidFill>
              <a:latin typeface="Arial" charset="0"/>
            </a:endParaRPr>
          </a:p>
        </p:txBody>
      </p:sp>
      <p:sp>
        <p:nvSpPr>
          <p:cNvPr id="44" name="Ellipse 43">
            <a:extLst>
              <a:ext uri="{FF2B5EF4-FFF2-40B4-BE49-F238E27FC236}">
                <a16:creationId xmlns:a16="http://schemas.microsoft.com/office/drawing/2014/main" id="{7B1C2729-36A0-1ED4-BC01-235202307226}"/>
              </a:ext>
            </a:extLst>
          </p:cNvPr>
          <p:cNvSpPr/>
          <p:nvPr/>
        </p:nvSpPr>
        <p:spPr>
          <a:xfrm>
            <a:off x="107967" y="6634715"/>
            <a:ext cx="92075" cy="92075"/>
          </a:xfrm>
          <a:prstGeom prst="ellipse">
            <a:avLst/>
          </a:prstGeom>
          <a:solidFill>
            <a:srgbClr val="174A7C"/>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fr-FR" dirty="0"/>
          </a:p>
        </p:txBody>
      </p:sp>
      <p:sp>
        <p:nvSpPr>
          <p:cNvPr id="22" name="Espace réservé du pied de page 5">
            <a:extLst>
              <a:ext uri="{FF2B5EF4-FFF2-40B4-BE49-F238E27FC236}">
                <a16:creationId xmlns:a16="http://schemas.microsoft.com/office/drawing/2014/main" id="{8E01E2BB-F78F-E42E-515B-66048A33A4DD}"/>
              </a:ext>
            </a:extLst>
          </p:cNvPr>
          <p:cNvSpPr txBox="1">
            <a:spLocks noGrp="1"/>
          </p:cNvSpPr>
          <p:nvPr/>
        </p:nvSpPr>
        <p:spPr bwMode="auto">
          <a:xfrm>
            <a:off x="209552" y="6491303"/>
            <a:ext cx="4506464" cy="360363"/>
          </a:xfrm>
          <a:prstGeom prst="rect">
            <a:avLst/>
          </a:prstGeom>
          <a:noFill/>
          <a:ln>
            <a:miter lim="800000"/>
            <a:headEnd/>
            <a:tailEnd/>
          </a:ln>
        </p:spPr>
        <p:txBody>
          <a:bodyPr anchor="ctr">
            <a:prstTxWarp prst="textNoShape">
              <a:avLst/>
            </a:prstTxWarp>
          </a:bodyPr>
          <a:lstStyle/>
          <a:p>
            <a:r>
              <a:rPr lang="fr-FR" sz="1100" dirty="0">
                <a:solidFill>
                  <a:srgbClr val="1E4C7C"/>
                </a:solidFill>
                <a:latin typeface="Arial" charset="0"/>
              </a:rPr>
              <a:t>Projet tutoré informatique 09/06/2026 Année Académique 2024-2025</a:t>
            </a:r>
          </a:p>
        </p:txBody>
      </p:sp>
      <p:sp>
        <p:nvSpPr>
          <p:cNvPr id="20" name="Oval 72">
            <a:extLst>
              <a:ext uri="{FF2B5EF4-FFF2-40B4-BE49-F238E27FC236}">
                <a16:creationId xmlns:a16="http://schemas.microsoft.com/office/drawing/2014/main" id="{34655842-6AD8-B309-B5A0-FEF01F01E5F7}"/>
              </a:ext>
            </a:extLst>
          </p:cNvPr>
          <p:cNvSpPr>
            <a:spLocks noChangeAspect="1" noChangeArrowheads="1"/>
          </p:cNvSpPr>
          <p:nvPr/>
        </p:nvSpPr>
        <p:spPr bwMode="auto">
          <a:xfrm>
            <a:off x="154897" y="6769"/>
            <a:ext cx="754063" cy="754063"/>
          </a:xfrm>
          <a:prstGeom prst="ellipse">
            <a:avLst/>
          </a:prstGeom>
          <a:solidFill>
            <a:schemeClr val="bg1"/>
          </a:solidFill>
          <a:ln w="9525">
            <a:noFill/>
            <a:round/>
            <a:headEnd/>
            <a:tailEnd/>
          </a:ln>
          <a:effectLst/>
        </p:spPr>
        <p:txBody>
          <a:bodyPr wrap="none" anchor="ctr">
            <a:prstTxWarp prst="textNoShape">
              <a:avLst/>
            </a:prstTxWarp>
          </a:bodyPr>
          <a:lstStyle/>
          <a:p>
            <a:pPr algn="ctr"/>
            <a:endParaRPr lang="fr-FR" sz="4800" b="1" dirty="0">
              <a:solidFill>
                <a:schemeClr val="tx2"/>
              </a:solidFill>
              <a:latin typeface="Arial Black"/>
              <a:cs typeface="Arial Black"/>
            </a:endParaRPr>
          </a:p>
        </p:txBody>
      </p:sp>
      <p:pic>
        <p:nvPicPr>
          <p:cNvPr id="3" name="Picture 2" descr="Owasp Logo Flat2 Icon &lt; Cydrill Software Security">
            <a:extLst>
              <a:ext uri="{FF2B5EF4-FFF2-40B4-BE49-F238E27FC236}">
                <a16:creationId xmlns:a16="http://schemas.microsoft.com/office/drawing/2014/main" id="{DCE68D21-6081-6DBA-8A25-F62A392C4EF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65991" y="6311211"/>
            <a:ext cx="1325563" cy="478891"/>
          </a:xfrm>
          <a:prstGeom prst="rect">
            <a:avLst/>
          </a:prstGeom>
          <a:noFill/>
          <a:extLst>
            <a:ext uri="{909E8E84-426E-40DD-AFC4-6F175D3DCCD1}">
              <a14:hiddenFill xmlns:a14="http://schemas.microsoft.com/office/drawing/2010/main">
                <a:solidFill>
                  <a:srgbClr val="FFFFFF"/>
                </a:solidFill>
              </a14:hiddenFill>
            </a:ext>
          </a:extLst>
        </p:spPr>
      </p:pic>
      <p:sp>
        <p:nvSpPr>
          <p:cNvPr id="4" name="Text Box 31">
            <a:extLst>
              <a:ext uri="{FF2B5EF4-FFF2-40B4-BE49-F238E27FC236}">
                <a16:creationId xmlns:a16="http://schemas.microsoft.com/office/drawing/2014/main" id="{FC9D24DB-124A-3D48-473A-28AED8FA578C}"/>
              </a:ext>
            </a:extLst>
          </p:cNvPr>
          <p:cNvSpPr txBox="1">
            <a:spLocks noChangeArrowheads="1"/>
          </p:cNvSpPr>
          <p:nvPr/>
        </p:nvSpPr>
        <p:spPr bwMode="auto">
          <a:xfrm>
            <a:off x="200039" y="152967"/>
            <a:ext cx="8582027" cy="461665"/>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400" b="1" dirty="0">
                <a:solidFill>
                  <a:schemeClr val="tx2"/>
                </a:solidFill>
                <a:latin typeface="Arial" charset="0"/>
              </a:rPr>
              <a:t>Questions </a:t>
            </a:r>
          </a:p>
        </p:txBody>
      </p:sp>
      <p:pic>
        <p:nvPicPr>
          <p:cNvPr id="2050" name="Picture 2" descr="C:\Users\Dino\AppData\Local\Microsoft\Windows\Temporary Internet Files\Content.IE5\E7TK1I6S\MP900315598[1].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662239" y="2472360"/>
            <a:ext cx="3657600" cy="2609088"/>
          </a:xfrm>
          <a:prstGeom prst="rect">
            <a:avLst/>
          </a:prstGeom>
          <a:noFill/>
          <a:extLst>
            <a:ext uri="{909E8E84-426E-40DD-AFC4-6F175D3DCCD1}">
              <a14:hiddenFill xmlns:a14="http://schemas.microsoft.com/office/drawing/2010/main">
                <a:solidFill>
                  <a:srgbClr val="FFFFFF"/>
                </a:solidFill>
              </a14:hiddenFill>
            </a:ext>
          </a:extLst>
        </p:spPr>
      </p:pic>
      <p:sp>
        <p:nvSpPr>
          <p:cNvPr id="21" name="Text Box 31"/>
          <p:cNvSpPr txBox="1">
            <a:spLocks noChangeArrowheads="1"/>
          </p:cNvSpPr>
          <p:nvPr/>
        </p:nvSpPr>
        <p:spPr bwMode="auto">
          <a:xfrm>
            <a:off x="125475" y="1102352"/>
            <a:ext cx="8582027" cy="461665"/>
          </a:xfrm>
          <a:prstGeom prst="rect">
            <a:avLst/>
          </a:prstGeom>
          <a:noFill/>
          <a:ln w="9525">
            <a:noFill/>
            <a:miter lim="800000"/>
            <a:headEnd/>
            <a:tailEnd/>
          </a:ln>
        </p:spPr>
        <p:txBody>
          <a:bodyPr wrap="square">
            <a:prstTxWarp prst="textNoShape">
              <a:avLst/>
            </a:prstTxWarp>
            <a:spAutoFit/>
          </a:bodyPr>
          <a:lstStyle/>
          <a:p>
            <a:pPr algn="ctr">
              <a:spcBef>
                <a:spcPct val="50000"/>
              </a:spcBef>
              <a:buClr>
                <a:schemeClr val="tx2"/>
              </a:buClr>
            </a:pPr>
            <a:r>
              <a:rPr lang="fr-FR" sz="2400" b="1" dirty="0">
                <a:solidFill>
                  <a:schemeClr val="tx2"/>
                </a:solidFill>
                <a:latin typeface="Arial" charset="0"/>
              </a:rPr>
              <a:t>Merci de votre attention.</a:t>
            </a:r>
          </a:p>
        </p:txBody>
      </p:sp>
    </p:spTree>
    <p:extLst>
      <p:ext uri="{BB962C8B-B14F-4D97-AF65-F5344CB8AC3E}">
        <p14:creationId xmlns:p14="http://schemas.microsoft.com/office/powerpoint/2010/main" val="4028725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16337</TotalTime>
  <Words>3875</Words>
  <Application>Microsoft Office PowerPoint</Application>
  <PresentationFormat>Affichage à l'écran (4:3)</PresentationFormat>
  <Paragraphs>572</Paragraphs>
  <Slides>30</Slides>
  <Notes>30</Notes>
  <HiddenSlides>0</HiddenSlides>
  <MMClips>0</MMClips>
  <ScaleCrop>false</ScaleCrop>
  <HeadingPairs>
    <vt:vector size="6" baseType="variant">
      <vt:variant>
        <vt:lpstr>Polices utilisées</vt:lpstr>
      </vt:variant>
      <vt:variant>
        <vt:i4>6</vt:i4>
      </vt:variant>
      <vt:variant>
        <vt:lpstr>Thème</vt:lpstr>
      </vt:variant>
      <vt:variant>
        <vt:i4>1</vt:i4>
      </vt:variant>
      <vt:variant>
        <vt:lpstr>Titres des diapositives</vt:lpstr>
      </vt:variant>
      <vt:variant>
        <vt:i4>30</vt:i4>
      </vt:variant>
    </vt:vector>
  </HeadingPairs>
  <TitlesOfParts>
    <vt:vector size="37" baseType="lpstr">
      <vt:lpstr>Arial</vt:lpstr>
      <vt:lpstr>Arial Black</vt:lpstr>
      <vt:lpstr>Calibri</vt:lpstr>
      <vt:lpstr>Cambria Math</vt:lpstr>
      <vt:lpstr>Times New Roman</vt:lpstr>
      <vt:lpstr>Wingdings</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Dino</dc:creator>
  <cp:lastModifiedBy>Doucoure Sékou</cp:lastModifiedBy>
  <cp:revision>223</cp:revision>
  <cp:lastPrinted>2011-06-23T09:50:02Z</cp:lastPrinted>
  <dcterms:created xsi:type="dcterms:W3CDTF">2011-07-06T14:12:47Z</dcterms:created>
  <dcterms:modified xsi:type="dcterms:W3CDTF">2026-03-18T11:47:13Z</dcterms:modified>
</cp:coreProperties>
</file>